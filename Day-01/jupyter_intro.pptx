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5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AED51-6B83-846F-BD7A-B48B3BB0A34D}" v="127" dt="2023-01-04T17:23:59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/>
    <p:restoredTop sz="94618"/>
  </p:normalViewPr>
  <p:slideViewPr>
    <p:cSldViewPr snapToGrid="0" snapToObjects="1">
      <p:cViewPr varScale="1">
        <p:scale>
          <a:sx n="128" d="100"/>
          <a:sy n="128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8489-3965-0545-B28F-4AA317E3A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3C08D-AA2E-8C4E-B894-788E5F1ED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885CE-65DC-E74B-A5F7-EF0FE3D8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903C-F3C0-EF49-8AD3-DAF8C85B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82BB3-82CA-9F47-A33E-4E9F31D7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9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6B32-99BD-024F-AB70-229DC59D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E80D-1B65-AB49-81BB-1DCC98B43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4476-89D0-C44A-BEF5-120FF54B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53AD8-F71D-4A46-9ED8-F98013A0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EA06-CE16-6B4C-B960-21FE3D6C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7272-695E-A648-A329-E23A7C9E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13B3C-1D45-4249-A504-7C112D748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089B3-F8CD-B948-ADA3-0F77F191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E5943-F45C-8E4A-9B1C-DE3CBAD3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2D38B-FC64-1A4D-BC96-91C8A1A6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3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8782-D159-6F4D-B3F9-25670845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061B-7A82-C646-B9F3-B24274AFE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DE3ED-86FC-8F42-B4C0-8188B8A23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51ECC-BD6C-A241-B248-03596959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16D2-DE25-6340-9B47-B3B5F102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8EC3D-0C1C-604C-AE34-87EAAC5C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9D08-2654-D04E-985F-9C5B51DA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31A02-9115-E64E-A063-54E079E0B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81DD3-F2EA-B14C-8ECF-4B61EA99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D4276-1622-B44E-B12C-C8C0A43FE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07ED9E-573A-7E40-AF4A-0D3995669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917CC-FF9A-6E47-8425-4D197D7B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02716-B814-674E-B2AA-F29988C4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BCD55-2EBE-734C-BEBC-85C5D23E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7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4A1DB-DC0E-1445-86B3-2574CF3F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77970-8A8A-6349-BECD-E24D97707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EFD07-8EE0-C545-A712-323FF00D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7C8B-4107-C349-BB3B-FB53478F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9BEB0-09BC-4344-AF58-6631B7D3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7BFC54-D455-0F45-8155-B9ED90C6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B59F0-C180-AA4F-9212-4E377825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6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7D627-D888-6249-912D-43D70BED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8B11-7025-EC43-AD40-BD00B42D6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7E8AA-A738-B646-8C10-6A9F803A1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EC9C4-A4EF-3949-9517-D9A6C55D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4493-D19A-A842-95E3-46836BBC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4B3B9-849B-2C49-AC96-EC2E59D0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7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D893-1ADA-A742-BA3C-B5B28FA0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A06C80-F88F-A749-8BCD-5F309CB64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CC4B3-1D22-064C-8BC3-459AD78C0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3D604-86FB-2A4B-959A-17C35E4C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AC4A0-4354-3947-ADFF-6BC2E440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B1EAB-3FBA-1747-93B4-847C8452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9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E2D7-ED5D-3243-BD80-BD23E648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65512-A7BD-BF4A-80A6-867F4DE73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C787-EA0D-B841-B0C4-F6B59144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E4C1-E31F-BE48-8105-AD0EAC7C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EF1D2-B2A3-CE40-8086-2DA0E70B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3AC63-EA59-4B44-B99B-F60BAF218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1C850-F23D-B849-A188-E17A317CD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C99EC-63B7-EE47-8CE1-04531849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34647-2DAF-6146-AE60-4CD9FA6F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56BF4-D98E-2843-A737-17D15170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3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43641-D60D-4343-916C-AA468347D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2C09-23C3-F542-BC7E-5B4483F9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C0ED-42EE-D94B-A78A-F4068033C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263E4-9E52-CA46-BCD9-FD02AFA9C336}" type="datetimeFigureOut">
              <a:rPr lang="en-US" smtClean="0"/>
              <a:t>1/4/23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CEF2-86ED-4E44-AC29-197CED345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DA0A-4580-6C44-A7CC-3CE78ACF6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CC1A3-6C57-F542-8FA3-2BCDE0F8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8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mse.msu.edu/cmse201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B494-DDF4-064E-BBBD-E6E8BFA9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Using </a:t>
            </a:r>
            <a:r>
              <a:rPr lang="en-US" b="1" dirty="0" err="1"/>
              <a:t>Jupyter</a:t>
            </a:r>
            <a:r>
              <a:rPr lang="en-US" b="1" dirty="0"/>
              <a:t>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9671F-91E4-3143-820A-E57DDCD6C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6038" y="1844675"/>
            <a:ext cx="5181600" cy="4351338"/>
          </a:xfrm>
        </p:spPr>
        <p:txBody>
          <a:bodyPr/>
          <a:lstStyle/>
          <a:p>
            <a:r>
              <a:rPr lang="en-US" dirty="0"/>
              <a:t>Main Course Page link:</a:t>
            </a:r>
            <a:br>
              <a:rPr lang="en-US" dirty="0"/>
            </a:br>
            <a:r>
              <a:rPr lang="en-US" dirty="0">
                <a:hlinkClick r:id="rId2"/>
              </a:rPr>
              <a:t>https://cmse.msu.edu/cmse201</a:t>
            </a:r>
            <a:r>
              <a:rPr lang="en-US" dirty="0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3B5551-E858-ED45-96D0-0042CD27C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Navigate to the course webpage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Navigate to the Notebook for the appropriate day using the navigation bar on the left hand side of the course website.</a:t>
            </a:r>
          </a:p>
        </p:txBody>
      </p:sp>
    </p:spTree>
    <p:extLst>
      <p:ext uri="{BB962C8B-B14F-4D97-AF65-F5344CB8AC3E}">
        <p14:creationId xmlns:p14="http://schemas.microsoft.com/office/powerpoint/2010/main" val="294064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049547-CDF0-D340-98C6-FC17D8668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2438" y="439737"/>
            <a:ext cx="4633912" cy="574676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Course Webpage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A1788-580C-1748-B8B6-DB9FF3D86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3206" y="2374013"/>
            <a:ext cx="5157788" cy="55889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Day 1 In Class Assignment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7D116-8F1D-2E4E-8BD9-C06E590EB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6" y="1014413"/>
            <a:ext cx="6334125" cy="3278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54446E-7FD4-F948-A705-04619551E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08" y="3240839"/>
            <a:ext cx="5990742" cy="325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2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08EB-B2AE-FF47-9963-CF269DDB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Downloading an Assignment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265C3-FC0B-7A4E-9A2A-B1845800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69" y="1571624"/>
            <a:ext cx="9091262" cy="4936123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41D11352-BEBE-C643-80C2-5129446BAF1D}"/>
              </a:ext>
            </a:extLst>
          </p:cNvPr>
          <p:cNvSpPr/>
          <p:nvPr/>
        </p:nvSpPr>
        <p:spPr>
          <a:xfrm>
            <a:off x="8758237" y="1062037"/>
            <a:ext cx="514350" cy="12573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EEDB43-40FF-F845-9666-A59D034ED7A3}"/>
              </a:ext>
            </a:extLst>
          </p:cNvPr>
          <p:cNvSpPr/>
          <p:nvPr/>
        </p:nvSpPr>
        <p:spPr>
          <a:xfrm>
            <a:off x="8858250" y="2387600"/>
            <a:ext cx="314325" cy="31273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82DAE-74CC-8443-8FC7-75CB192A8F68}"/>
              </a:ext>
            </a:extLst>
          </p:cNvPr>
          <p:cNvSpPr txBox="1"/>
          <p:nvPr/>
        </p:nvSpPr>
        <p:spPr>
          <a:xfrm>
            <a:off x="7643812" y="322043"/>
            <a:ext cx="325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the “Download” button here and choose .</a:t>
            </a:r>
            <a:r>
              <a:rPr lang="en-US" dirty="0" err="1"/>
              <a:t>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870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8941-B8C9-074E-8153-4D542C53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Opening a File in </a:t>
            </a:r>
            <a:r>
              <a:rPr lang="en-US" b="1" dirty="0" err="1"/>
              <a:t>Jupyter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6DC7-6EF2-2344-8532-56B27F47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453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 </a:t>
            </a:r>
            <a:r>
              <a:rPr lang="en-US" dirty="0" err="1"/>
              <a:t>Jupyter</a:t>
            </a:r>
            <a:r>
              <a:rPr lang="en-US" dirty="0"/>
              <a:t> Notebook following the instructions in the Software set up guide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Navigate to the place you downloaded the notebook (“Downloads” folder in this example)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the file to open it in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361B8A-EF84-C84D-AA2D-987A7A84774E}"/>
              </a:ext>
            </a:extLst>
          </p:cNvPr>
          <p:cNvGrpSpPr/>
          <p:nvPr/>
        </p:nvGrpSpPr>
        <p:grpSpPr>
          <a:xfrm>
            <a:off x="4600575" y="2032794"/>
            <a:ext cx="6934200" cy="4279106"/>
            <a:chOff x="4600575" y="2032794"/>
            <a:chExt cx="6934200" cy="427910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F5A5AF-412A-FB43-B483-605F84E92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00575" y="2032794"/>
              <a:ext cx="6934200" cy="3937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840EAE-9E91-D94F-949C-EC1171A0F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8497" y="5842000"/>
              <a:ext cx="5969000" cy="46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989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6A3A-5287-5D49-91AB-83405021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1466"/>
            <a:ext cx="10515600" cy="1325563"/>
          </a:xfrm>
        </p:spPr>
        <p:txBody>
          <a:bodyPr/>
          <a:lstStyle/>
          <a:p>
            <a:r>
              <a:rPr lang="en-US" b="1" dirty="0"/>
              <a:t>Editing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514F8-F381-CE4D-9A99-6B9C145B5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997"/>
            <a:ext cx="10515600" cy="4351338"/>
          </a:xfrm>
        </p:spPr>
        <p:txBody>
          <a:bodyPr/>
          <a:lstStyle/>
          <a:p>
            <a:r>
              <a:rPr lang="en-US" dirty="0"/>
              <a:t>A working </a:t>
            </a:r>
            <a:r>
              <a:rPr lang="en-US" dirty="0" err="1"/>
              <a:t>Jupyter</a:t>
            </a:r>
            <a:r>
              <a:rPr lang="en-US" dirty="0"/>
              <a:t> notebook looks like this!</a:t>
            </a:r>
          </a:p>
          <a:p>
            <a:r>
              <a:rPr lang="en-US" dirty="0"/>
              <a:t>Click on the cells to edit (more info in the assignment)</a:t>
            </a:r>
          </a:p>
          <a:p>
            <a:r>
              <a:rPr lang="en-US" b="1" dirty="0">
                <a:solidFill>
                  <a:srgbClr val="FF0000"/>
                </a:solidFill>
              </a:rPr>
              <a:t>Strongly recommended: </a:t>
            </a:r>
            <a:r>
              <a:rPr lang="en-US" dirty="0"/>
              <a:t>Change the filename and replace “STUDENT” with your name to make sure you turn in the version you are working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92722-151D-8A43-8C6C-2A5C01EBA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3" y="2870623"/>
            <a:ext cx="7548562" cy="399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1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B1E6-1293-2544-9C7F-CC9F75AE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Submitting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E5A98-495C-D84B-BE72-3D4A8BA5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6982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Navigate to the Appropriate Assignment on D2L (“Day 1 In Class Assignment” here)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”Upload”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F4BBE-4379-DE4E-A81F-F289F06D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182" y="1321425"/>
            <a:ext cx="5922574" cy="5178766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280BF7AB-8E81-E841-A438-10F5594BB512}"/>
              </a:ext>
            </a:extLst>
          </p:cNvPr>
          <p:cNvSpPr/>
          <p:nvPr/>
        </p:nvSpPr>
        <p:spPr>
          <a:xfrm rot="19093706">
            <a:off x="5838825" y="4262539"/>
            <a:ext cx="514350" cy="12573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97839A-1970-F64A-A4A3-36FF4D959EED}"/>
              </a:ext>
            </a:extLst>
          </p:cNvPr>
          <p:cNvSpPr/>
          <p:nvPr/>
        </p:nvSpPr>
        <p:spPr>
          <a:xfrm>
            <a:off x="6413224" y="5369339"/>
            <a:ext cx="921854" cy="80762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4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B1E6-1293-2544-9C7F-CC9F75AE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Submitting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E5A98-495C-D84B-BE72-3D4A8BA5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6982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Navigate to the Appropriate Assignment on D2L (“Day 1 In Class Assignment” here)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”Upload”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the Assignment on your computer</a:t>
            </a:r>
          </a:p>
          <a:p>
            <a:pPr lvl="1"/>
            <a:r>
              <a:rPr lang="en-US" dirty="0"/>
              <a:t>Using Search or by navigating to the folder you saved it in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the file</a:t>
            </a:r>
          </a:p>
          <a:p>
            <a:pPr marL="0" indent="0">
              <a:buNone/>
            </a:pPr>
            <a:r>
              <a:rPr lang="en-US" b="1" dirty="0"/>
              <a:t>NOTE:</a:t>
            </a:r>
            <a:r>
              <a:rPr lang="en-US" dirty="0"/>
              <a:t> Make sure this is the file you have filled out!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F4BBE-4379-DE4E-A81F-F289F06D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>
            <a:off x="5685182" y="1321425"/>
            <a:ext cx="5922574" cy="517876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51EFB-8010-9A42-9D7B-24AD9FC27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702" y="2504660"/>
            <a:ext cx="6594298" cy="278174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DCFA2A5-0B84-E441-A84F-D793A19CC5F8}"/>
              </a:ext>
            </a:extLst>
          </p:cNvPr>
          <p:cNvSpPr/>
          <p:nvPr/>
        </p:nvSpPr>
        <p:spPr>
          <a:xfrm>
            <a:off x="5597702" y="4293704"/>
            <a:ext cx="6229350" cy="33630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0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D97F-1D02-CD47-83FE-57F2A9A4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Submitting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1088C-5D1F-FF42-86D3-78312DAFA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5213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Click the “Submit” button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Congratulations, you’re done!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Make sure to ask for help if you aren’t sure that you did it correctly!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4F815-CC49-AB47-BAD8-08BCCD0B4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472" y="1910177"/>
            <a:ext cx="5865328" cy="4266786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7DFE9959-5E55-8641-ACB5-CD09EB433B4A}"/>
              </a:ext>
            </a:extLst>
          </p:cNvPr>
          <p:cNvSpPr/>
          <p:nvPr/>
        </p:nvSpPr>
        <p:spPr>
          <a:xfrm rot="19093706">
            <a:off x="5330787" y="3576302"/>
            <a:ext cx="742410" cy="16905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A46AE0-C32D-D84A-9B63-5BD15FF3CD13}"/>
              </a:ext>
            </a:extLst>
          </p:cNvPr>
          <p:cNvSpPr/>
          <p:nvPr/>
        </p:nvSpPr>
        <p:spPr>
          <a:xfrm>
            <a:off x="5805696" y="5091043"/>
            <a:ext cx="1330600" cy="1085919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3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262</Words>
  <Application>Microsoft Macintosh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Using Jupyter Book</vt:lpstr>
      <vt:lpstr>PowerPoint Presentation</vt:lpstr>
      <vt:lpstr>Downloading an Assignment</vt:lpstr>
      <vt:lpstr>Opening a File in Jupyter</vt:lpstr>
      <vt:lpstr>Editing</vt:lpstr>
      <vt:lpstr>Submitting</vt:lpstr>
      <vt:lpstr>Submitting</vt:lpstr>
      <vt:lpstr>Submitting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Jupyter Book</dc:title>
  <dc:creator>Frisbie, Rachel</dc:creator>
  <cp:lastModifiedBy>Silvia, Devin</cp:lastModifiedBy>
  <cp:revision>56</cp:revision>
  <dcterms:created xsi:type="dcterms:W3CDTF">2021-08-30T19:05:13Z</dcterms:created>
  <dcterms:modified xsi:type="dcterms:W3CDTF">2023-01-05T15:44:45Z</dcterms:modified>
</cp:coreProperties>
</file>
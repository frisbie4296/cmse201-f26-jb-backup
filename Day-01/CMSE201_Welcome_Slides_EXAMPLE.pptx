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 ContentType="image/ti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17" r:id="rId1"/>
  </p:sldMasterIdLst>
  <p:notesMasterIdLst>
    <p:notesMasterId r:id="rId31"/>
  </p:notesMasterIdLst>
  <p:handoutMasterIdLst>
    <p:handoutMasterId r:id="rId32"/>
  </p:handoutMasterIdLst>
  <p:sldIdLst>
    <p:sldId id="277" r:id="rId2"/>
    <p:sldId id="256" r:id="rId3"/>
    <p:sldId id="276" r:id="rId4"/>
    <p:sldId id="286" r:id="rId5"/>
    <p:sldId id="279" r:id="rId6"/>
    <p:sldId id="257" r:id="rId7"/>
    <p:sldId id="258" r:id="rId8"/>
    <p:sldId id="287" r:id="rId9"/>
    <p:sldId id="289" r:id="rId10"/>
    <p:sldId id="290" r:id="rId11"/>
    <p:sldId id="281"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84" r:id="rId27"/>
    <p:sldId id="273" r:id="rId28"/>
    <p:sldId id="274" r:id="rId29"/>
    <p:sldId id="280" r:id="rId30"/>
  </p:sldIdLst>
  <p:sldSz cx="13004800" cy="97536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E5E5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F89729-5AFC-2688-6220-1DA9AC124CDA}" v="1547" dt="2022-08-31T17:15:16.527"/>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858585"/>
        </a:fontRef>
        <a:srgbClr val="858585"/>
      </a:tcTxStyle>
      <a:tcStyle>
        <a:tcBdr>
          <a:left>
            <a:ln w="12700" cap="flat">
              <a:solidFill>
                <a:srgbClr val="4780AA"/>
              </a:solidFill>
              <a:prstDash val="solid"/>
              <a:miter lim="400000"/>
            </a:ln>
          </a:left>
          <a:right>
            <a:ln w="12700" cap="flat">
              <a:solidFill>
                <a:srgbClr val="4780AA"/>
              </a:solidFill>
              <a:prstDash val="solid"/>
              <a:miter lim="400000"/>
            </a:ln>
          </a:right>
          <a:top>
            <a:ln w="12700" cap="flat">
              <a:solidFill>
                <a:srgbClr val="4780AA"/>
              </a:solidFill>
              <a:prstDash val="solid"/>
              <a:miter lim="400000"/>
            </a:ln>
          </a:top>
          <a:bottom>
            <a:ln w="12700" cap="flat">
              <a:solidFill>
                <a:srgbClr val="4780AA"/>
              </a:solidFill>
              <a:prstDash val="solid"/>
              <a:miter lim="400000"/>
            </a:ln>
          </a:bottom>
          <a:insideH>
            <a:ln w="12700" cap="flat">
              <a:solidFill>
                <a:srgbClr val="4780AA"/>
              </a:solidFill>
              <a:prstDash val="solid"/>
              <a:miter lim="400000"/>
            </a:ln>
          </a:insideH>
          <a:insideV>
            <a:ln w="12700" cap="flat">
              <a:solidFill>
                <a:srgbClr val="4780AA"/>
              </a:solidFill>
              <a:prstDash val="solid"/>
              <a:miter lim="400000"/>
            </a:ln>
          </a:insideV>
        </a:tcBdr>
        <a:fill>
          <a:noFill/>
        </a:fill>
      </a:tcStyle>
    </a:wholeTbl>
    <a:band2H>
      <a:tcTxStyle/>
      <a:tcStyle>
        <a:tcBdr/>
        <a:fill>
          <a:solidFill>
            <a:srgbClr val="B9C4C8">
              <a:alpha val="30000"/>
            </a:srgbClr>
          </a:solidFill>
        </a:fill>
      </a:tcStyle>
    </a:band2H>
    <a:firstCol>
      <a:tcTxStyle b="off" i="off">
        <a:fontRef idx="minor">
          <a:srgbClr val="FFFFFF"/>
        </a:fontRef>
        <a:srgbClr val="FFFFFF"/>
      </a:tcTxStyle>
      <a:tcStyle>
        <a:tcBdr>
          <a:left>
            <a:ln w="12700" cap="flat">
              <a:solidFill>
                <a:srgbClr val="4780AA"/>
              </a:solidFill>
              <a:prstDash val="solid"/>
              <a:miter lim="400000"/>
            </a:ln>
          </a:left>
          <a:right>
            <a:ln w="12700" cap="flat">
              <a:solidFill>
                <a:srgbClr val="4780AA"/>
              </a:solidFill>
              <a:prstDash val="solid"/>
              <a:miter lim="400000"/>
            </a:ln>
          </a:right>
          <a:top>
            <a:ln w="12700" cap="flat">
              <a:solidFill>
                <a:srgbClr val="4780AA"/>
              </a:solidFill>
              <a:prstDash val="solid"/>
              <a:miter lim="400000"/>
            </a:ln>
          </a:top>
          <a:bottom>
            <a:ln w="12700" cap="flat">
              <a:solidFill>
                <a:srgbClr val="4780AA"/>
              </a:solidFill>
              <a:prstDash val="solid"/>
              <a:miter lim="400000"/>
            </a:ln>
          </a:bottom>
          <a:insideH>
            <a:ln w="12700" cap="flat">
              <a:solidFill>
                <a:srgbClr val="4780AA"/>
              </a:solidFill>
              <a:prstDash val="solid"/>
              <a:miter lim="400000"/>
            </a:ln>
          </a:insideH>
          <a:insideV>
            <a:ln w="12700" cap="flat">
              <a:solidFill>
                <a:srgbClr val="4780AA"/>
              </a:solidFill>
              <a:prstDash val="solid"/>
              <a:miter lim="400000"/>
            </a:ln>
          </a:insideV>
        </a:tcBdr>
        <a:fill>
          <a:solidFill>
            <a:schemeClr val="accent1">
              <a:hueOff val="-313507"/>
              <a:satOff val="34334"/>
              <a:lumOff val="-8266"/>
              <a:alpha val="62000"/>
            </a:schemeClr>
          </a:solidFill>
        </a:fill>
      </a:tcStyle>
    </a:firstCol>
    <a:lastRow>
      <a:tcTxStyle b="off" i="off">
        <a:fontRef idx="minor">
          <a:srgbClr val="45A7DE"/>
        </a:fontRef>
        <a:srgbClr val="45A7DE"/>
      </a:tcTxStyle>
      <a:tcStyle>
        <a:tcBdr>
          <a:left>
            <a:ln w="12700" cap="flat">
              <a:solidFill>
                <a:srgbClr val="4780AA"/>
              </a:solidFill>
              <a:prstDash val="solid"/>
              <a:miter lim="400000"/>
            </a:ln>
          </a:left>
          <a:right>
            <a:ln w="12700" cap="flat">
              <a:solidFill>
                <a:srgbClr val="4780AA"/>
              </a:solidFill>
              <a:prstDash val="solid"/>
              <a:miter lim="400000"/>
            </a:ln>
          </a:right>
          <a:top>
            <a:ln w="25400" cap="flat">
              <a:solidFill>
                <a:srgbClr val="4780AA"/>
              </a:solidFill>
              <a:prstDash val="solid"/>
              <a:miter lim="400000"/>
            </a:ln>
          </a:top>
          <a:bottom>
            <a:ln w="12700" cap="flat">
              <a:solidFill>
                <a:srgbClr val="4780AA"/>
              </a:solidFill>
              <a:prstDash val="solid"/>
              <a:miter lim="400000"/>
            </a:ln>
          </a:bottom>
          <a:insideH>
            <a:ln w="12700" cap="flat">
              <a:solidFill>
                <a:srgbClr val="4780AA"/>
              </a:solidFill>
              <a:prstDash val="solid"/>
              <a:miter lim="400000"/>
            </a:ln>
          </a:insideH>
          <a:insideV>
            <a:ln w="12700" cap="flat">
              <a:solidFill>
                <a:srgbClr val="4780AA"/>
              </a:solidFill>
              <a:prstDash val="solid"/>
              <a:miter lim="400000"/>
            </a:ln>
          </a:insideV>
        </a:tcBdr>
        <a:fill>
          <a:noFill/>
        </a:fill>
      </a:tcStyle>
    </a:lastRow>
    <a:firstRow>
      <a:tcTxStyle b="off" i="off">
        <a:fontRef idx="minor">
          <a:srgbClr val="FFFFFF"/>
        </a:fontRef>
        <a:srgbClr val="FFFFFF"/>
      </a:tcTxStyle>
      <a:tcStyle>
        <a:tcBdr>
          <a:left>
            <a:ln w="12700" cap="flat">
              <a:solidFill>
                <a:srgbClr val="4780AA"/>
              </a:solidFill>
              <a:prstDash val="solid"/>
              <a:miter lim="400000"/>
            </a:ln>
          </a:left>
          <a:right>
            <a:ln w="12700" cap="flat">
              <a:solidFill>
                <a:srgbClr val="4780AA"/>
              </a:solidFill>
              <a:prstDash val="solid"/>
              <a:miter lim="400000"/>
            </a:ln>
          </a:right>
          <a:top>
            <a:ln w="12700" cap="flat">
              <a:solidFill>
                <a:srgbClr val="4780AA"/>
              </a:solidFill>
              <a:prstDash val="solid"/>
              <a:miter lim="400000"/>
            </a:ln>
          </a:top>
          <a:bottom>
            <a:ln w="12700" cap="flat">
              <a:solidFill>
                <a:srgbClr val="4780AA"/>
              </a:solidFill>
              <a:prstDash val="solid"/>
              <a:miter lim="400000"/>
            </a:ln>
          </a:bottom>
          <a:insideH>
            <a:ln w="12700" cap="flat">
              <a:solidFill>
                <a:srgbClr val="4780AA"/>
              </a:solidFill>
              <a:prstDash val="solid"/>
              <a:miter lim="400000"/>
            </a:ln>
          </a:insideH>
          <a:insideV>
            <a:ln w="12700" cap="flat">
              <a:solidFill>
                <a:srgbClr val="4780AA"/>
              </a:solidFill>
              <a:prstDash val="solid"/>
              <a:miter lim="400000"/>
            </a:ln>
          </a:insideV>
        </a:tcBdr>
        <a:fill>
          <a:solidFill>
            <a:schemeClr val="accent1">
              <a:hueOff val="-313507"/>
              <a:satOff val="34334"/>
              <a:lumOff val="-8266"/>
              <a:alpha val="62000"/>
            </a:schemeClr>
          </a:solidFill>
        </a:fill>
      </a:tcStyle>
    </a:firstRow>
  </a:tblStyle>
  <a:tblStyle styleId="{C7B018BB-80A7-4F77-B60F-C8B233D01FF8}" styleName="">
    <a:tblBg/>
    <a:wholeTbl>
      <a:tcTxStyle b="off" i="off">
        <a:fontRef idx="minor">
          <a:srgbClr val="858585"/>
        </a:fontRef>
        <a:srgbClr val="858585"/>
      </a:tcTxStyle>
      <a:tcStyle>
        <a:tcBdr>
          <a:left>
            <a:ln w="12700" cap="flat">
              <a:noFill/>
              <a:miter lim="400000"/>
            </a:ln>
          </a:left>
          <a:right>
            <a:ln w="12700" cap="flat">
              <a:noFill/>
              <a:miter lim="400000"/>
            </a:ln>
          </a:right>
          <a:top>
            <a:ln w="25400" cap="flat">
              <a:solidFill>
                <a:schemeClr val="accent1">
                  <a:hueOff val="-313507"/>
                  <a:satOff val="34334"/>
                  <a:lumOff val="-8266"/>
                  <a:alpha val="62000"/>
                </a:schemeClr>
              </a:solidFill>
              <a:prstDash val="solid"/>
              <a:miter lim="400000"/>
            </a:ln>
          </a:top>
          <a:bottom>
            <a:ln w="25400" cap="flat">
              <a:solidFill>
                <a:schemeClr val="accent1">
                  <a:hueOff val="-313507"/>
                  <a:satOff val="34334"/>
                  <a:lumOff val="-8266"/>
                  <a:alpha val="62000"/>
                </a:schemeClr>
              </a:solidFill>
              <a:prstDash val="solid"/>
              <a:miter lim="400000"/>
            </a:ln>
          </a:bottom>
          <a:insideH>
            <a:ln w="25400" cap="flat">
              <a:solidFill>
                <a:schemeClr val="accent1">
                  <a:hueOff val="-313507"/>
                  <a:satOff val="34334"/>
                  <a:lumOff val="-8266"/>
                  <a:alpha val="62000"/>
                </a:schemeClr>
              </a:solidFill>
              <a:prstDash val="solid"/>
              <a:miter lim="400000"/>
            </a:ln>
          </a:insideH>
          <a:insideV>
            <a:ln w="12700" cap="flat">
              <a:noFill/>
              <a:miter lim="400000"/>
            </a:ln>
          </a:insideV>
        </a:tcBdr>
        <a:fill>
          <a:noFill/>
        </a:fill>
      </a:tcStyle>
    </a:wholeTbl>
    <a:band2H>
      <a:tcTxStyle/>
      <a:tcStyle>
        <a:tcBdr/>
        <a:fill>
          <a:solidFill>
            <a:schemeClr val="accent1">
              <a:hueOff val="-313507"/>
              <a:satOff val="34334"/>
              <a:lumOff val="-8266"/>
              <a:alpha val="10000"/>
            </a:schemeClr>
          </a:solidFill>
        </a:fill>
      </a:tcStyle>
    </a:band2H>
    <a:firstCol>
      <a:tcTxStyle b="off" i="off">
        <a:fontRef idx="minor">
          <a:srgbClr val="FFFFFF"/>
        </a:fontRef>
        <a:srgbClr val="FFFFFF"/>
      </a:tcTxStyle>
      <a:tcStyle>
        <a:tcBdr>
          <a:left>
            <a:ln w="12700" cap="flat">
              <a:noFill/>
              <a:miter lim="400000"/>
            </a:ln>
          </a:left>
          <a:right>
            <a:ln w="12700" cap="flat">
              <a:noFill/>
              <a:miter lim="400000"/>
            </a:ln>
          </a:right>
          <a:top>
            <a:ln w="25400" cap="flat">
              <a:solidFill>
                <a:schemeClr val="accent1">
                  <a:hueOff val="-313507"/>
                  <a:satOff val="34334"/>
                  <a:lumOff val="-8266"/>
                  <a:alpha val="62000"/>
                </a:schemeClr>
              </a:solidFill>
              <a:prstDash val="solid"/>
              <a:miter lim="400000"/>
            </a:ln>
          </a:top>
          <a:bottom>
            <a:ln w="25400" cap="flat">
              <a:solidFill>
                <a:schemeClr val="accent1">
                  <a:hueOff val="-313507"/>
                  <a:satOff val="34334"/>
                  <a:lumOff val="-8266"/>
                  <a:alpha val="62000"/>
                </a:schemeClr>
              </a:solidFill>
              <a:prstDash val="solid"/>
              <a:miter lim="400000"/>
            </a:ln>
          </a:bottom>
          <a:insideH>
            <a:ln w="25400" cap="flat">
              <a:solidFill>
                <a:schemeClr val="accent1">
                  <a:hueOff val="-313507"/>
                  <a:satOff val="34334"/>
                  <a:lumOff val="-8266"/>
                  <a:alpha val="62000"/>
                </a:schemeClr>
              </a:solidFill>
              <a:prstDash val="solid"/>
              <a:miter lim="400000"/>
            </a:ln>
          </a:insideH>
          <a:insideV>
            <a:ln w="12700" cap="flat">
              <a:noFill/>
              <a:miter lim="400000"/>
            </a:ln>
          </a:insideV>
        </a:tcBdr>
        <a:fill>
          <a:solidFill>
            <a:schemeClr val="accent6">
              <a:hueOff val="-254308"/>
              <a:satOff val="57261"/>
              <a:lumOff val="12765"/>
              <a:alpha val="62000"/>
            </a:schemeClr>
          </a:solidFill>
        </a:fill>
      </a:tcStyle>
    </a:firstCol>
    <a:la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25400" cap="flat">
              <a:solidFill>
                <a:schemeClr val="accent1">
                  <a:hueOff val="-313507"/>
                  <a:satOff val="34334"/>
                  <a:lumOff val="-8266"/>
                  <a:alpha val="62000"/>
                </a:schemeClr>
              </a:solidFill>
              <a:prstDash val="solid"/>
              <a:miter lim="400000"/>
            </a:ln>
          </a:insideH>
          <a:insideV>
            <a:ln w="12700" cap="flat">
              <a:noFill/>
              <a:miter lim="400000"/>
            </a:ln>
          </a:insideV>
        </a:tcBdr>
        <a:fill>
          <a:solidFill>
            <a:schemeClr val="accent6">
              <a:hueOff val="137185"/>
              <a:satOff val="27043"/>
              <a:lumOff val="-11337"/>
              <a:alpha val="80000"/>
            </a:schemeClr>
          </a:solidFill>
        </a:fill>
      </a:tcStyle>
    </a:lastRow>
    <a:fir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25400" cap="flat">
              <a:solidFill>
                <a:schemeClr val="accent1">
                  <a:hueOff val="-313507"/>
                  <a:satOff val="34334"/>
                  <a:lumOff val="-8266"/>
                  <a:alpha val="62000"/>
                </a:schemeClr>
              </a:solidFill>
              <a:prstDash val="solid"/>
              <a:miter lim="400000"/>
            </a:ln>
          </a:insideH>
          <a:insideV>
            <a:ln w="12700" cap="flat">
              <a:noFill/>
              <a:miter lim="400000"/>
            </a:ln>
          </a:insideV>
        </a:tcBdr>
        <a:fill>
          <a:solidFill>
            <a:schemeClr val="accent6">
              <a:hueOff val="137185"/>
              <a:satOff val="27043"/>
              <a:lumOff val="-11337"/>
              <a:alpha val="80000"/>
            </a:schemeClr>
          </a:solidFill>
        </a:fill>
      </a:tcStyle>
    </a:firstRow>
  </a:tblStyle>
  <a:tblStyle styleId="{EEE7283C-3CF3-47DC-8721-378D4A62B228}" styleName="">
    <a:tblBg/>
    <a:wholeTbl>
      <a:tcTxStyle b="off" i="off">
        <a:fontRef idx="minor">
          <a:srgbClr val="858585"/>
        </a:fontRef>
        <a:srgbClr val="858585"/>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noFill/>
        </a:fill>
      </a:tcStyle>
    </a:wholeTbl>
    <a:band2H>
      <a:tcTxStyle/>
      <a:tcStyle>
        <a:tcBdr/>
        <a:fill>
          <a:solidFill>
            <a:srgbClr val="C4C4C4">
              <a:alpha val="30000"/>
            </a:srgbClr>
          </a:solidFill>
        </a:fill>
      </a:tcStyle>
    </a:band2H>
    <a:firstCol>
      <a:tcTxStyle b="off" i="off">
        <a:fontRef idx="minor">
          <a:srgbClr val="FFFFFF"/>
        </a:fontRef>
        <a:srgbClr val="FFFFFF"/>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BABABA">
              <a:alpha val="70000"/>
            </a:srgbClr>
          </a:solidFill>
        </a:fill>
      </a:tcStyle>
    </a:firstCol>
    <a:lastRow>
      <a:tcTxStyle b="off" i="off">
        <a:fontRef idx="minor">
          <a:srgbClr val="858585"/>
        </a:fontRef>
        <a:srgbClr val="858585"/>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4B4B4B"/>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noFill/>
        </a:fill>
      </a:tcStyle>
    </a:lastRow>
    <a:firstRow>
      <a:tcTxStyle b="off" i="off">
        <a:fontRef idx="minor">
          <a:srgbClr val="FFFFFF"/>
        </a:fontRef>
        <a:srgbClr val="FFFFFF"/>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chemeClr val="accent2">
              <a:hueOff val="-739060"/>
              <a:satOff val="51948"/>
              <a:lumOff val="-8454"/>
              <a:alpha val="62000"/>
            </a:schemeClr>
          </a:solidFill>
        </a:fill>
      </a:tcStyle>
    </a:firstRow>
  </a:tblStyle>
  <a:tblStyle styleId="{CF821DB8-F4EB-4A41-A1BA-3FCAFE7338EE}" styleName="">
    <a:tblBg/>
    <a:wholeTbl>
      <a:tcTxStyle b="off" i="off">
        <a:fontRef idx="minor">
          <a:srgbClr val="858585"/>
        </a:fontRef>
        <a:srgbClr val="858585"/>
      </a:tcTxStyle>
      <a:tcStyle>
        <a:tcBdr>
          <a:left>
            <a:ln w="12700" cap="flat">
              <a:noFill/>
              <a:miter lim="400000"/>
            </a:ln>
          </a:left>
          <a:right>
            <a:ln w="12700" cap="flat">
              <a:noFill/>
              <a:miter lim="400000"/>
            </a:ln>
          </a:right>
          <a:top>
            <a:ln w="12700" cap="flat">
              <a:solidFill>
                <a:srgbClr val="868685"/>
              </a:solidFill>
              <a:prstDash val="solid"/>
              <a:miter lim="400000"/>
            </a:ln>
          </a:top>
          <a:bottom>
            <a:ln w="12700" cap="flat">
              <a:solidFill>
                <a:srgbClr val="868685"/>
              </a:solidFill>
              <a:prstDash val="solid"/>
              <a:miter lim="400000"/>
            </a:ln>
          </a:bottom>
          <a:insideH>
            <a:ln w="12700" cap="flat">
              <a:solidFill>
                <a:srgbClr val="868685"/>
              </a:solidFill>
              <a:prstDash val="solid"/>
              <a:miter lim="400000"/>
            </a:ln>
          </a:insideH>
          <a:insideV>
            <a:ln w="12700" cap="flat">
              <a:noFill/>
              <a:miter lim="400000"/>
            </a:ln>
          </a:insideV>
        </a:tcBdr>
        <a:fill>
          <a:solidFill>
            <a:srgbClr val="FFFFFF">
              <a:alpha val="50000"/>
            </a:srgbClr>
          </a:solidFill>
        </a:fill>
      </a:tcStyle>
    </a:wholeTbl>
    <a:band2H>
      <a:tcTxStyle/>
      <a:tcStyle>
        <a:tcBdr/>
        <a:fill>
          <a:solidFill>
            <a:srgbClr val="D5CBC0">
              <a:alpha val="39000"/>
            </a:srgbClr>
          </a:solidFill>
        </a:fill>
      </a:tcStyle>
    </a:band2H>
    <a:firstCol>
      <a:tcTxStyle b="off" i="off">
        <a:fontRef idx="minor">
          <a:srgbClr val="858585"/>
        </a:fontRef>
        <a:srgbClr val="858585"/>
      </a:tcTxStyle>
      <a:tcStyle>
        <a:tcBdr>
          <a:left>
            <a:ln w="12700" cap="flat">
              <a:solidFill>
                <a:srgbClr val="868685"/>
              </a:solidFill>
              <a:prstDash val="solid"/>
              <a:miter lim="400000"/>
            </a:ln>
          </a:left>
          <a:right>
            <a:ln w="12700" cap="flat">
              <a:solidFill>
                <a:srgbClr val="868685"/>
              </a:solidFill>
              <a:prstDash val="solid"/>
              <a:miter lim="400000"/>
            </a:ln>
          </a:right>
          <a:top>
            <a:ln w="12700" cap="flat">
              <a:solidFill>
                <a:srgbClr val="868685"/>
              </a:solidFill>
              <a:prstDash val="solid"/>
              <a:miter lim="400000"/>
            </a:ln>
          </a:top>
          <a:bottom>
            <a:ln w="12700" cap="flat">
              <a:solidFill>
                <a:srgbClr val="868685"/>
              </a:solidFill>
              <a:prstDash val="solid"/>
              <a:miter lim="400000"/>
            </a:ln>
          </a:bottom>
          <a:insideH>
            <a:ln w="12700" cap="flat">
              <a:solidFill>
                <a:srgbClr val="868685"/>
              </a:solidFill>
              <a:prstDash val="solid"/>
              <a:miter lim="400000"/>
            </a:ln>
          </a:insideH>
          <a:insideV>
            <a:ln w="12700" cap="flat">
              <a:noFill/>
              <a:miter lim="400000"/>
            </a:ln>
          </a:insideV>
        </a:tcBdr>
        <a:fill>
          <a:solidFill>
            <a:srgbClr val="FFFFFF">
              <a:alpha val="50000"/>
            </a:srgbClr>
          </a:solidFill>
        </a:fill>
      </a:tcStyle>
    </a:firstCol>
    <a:lastRow>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9A3C00"/>
              </a:solidFill>
              <a:prstDash val="solid"/>
              <a:miter lim="400000"/>
            </a:ln>
          </a:top>
          <a:bottom>
            <a:ln w="12700" cap="flat">
              <a:solidFill>
                <a:srgbClr val="9A3C00"/>
              </a:solidFill>
              <a:prstDash val="solid"/>
              <a:miter lim="400000"/>
            </a:ln>
          </a:bottom>
          <a:insideH>
            <a:ln w="12700" cap="flat">
              <a:solidFill>
                <a:srgbClr val="9A3C00"/>
              </a:solidFill>
              <a:prstDash val="solid"/>
              <a:miter lim="400000"/>
            </a:ln>
          </a:insideH>
          <a:insideV>
            <a:ln w="12700" cap="flat">
              <a:noFill/>
              <a:miter lim="400000"/>
            </a:ln>
          </a:insideV>
        </a:tcBdr>
        <a:fill>
          <a:solidFill>
            <a:srgbClr val="DE5F00">
              <a:alpha val="80000"/>
            </a:srgbClr>
          </a:solidFill>
        </a:fill>
      </a:tcStyle>
    </a:lastRow>
    <a:firstRow>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9A3C00"/>
              </a:solidFill>
              <a:prstDash val="solid"/>
              <a:miter lim="400000"/>
            </a:ln>
          </a:top>
          <a:bottom>
            <a:ln w="12700" cap="flat">
              <a:solidFill>
                <a:srgbClr val="9A3C00"/>
              </a:solidFill>
              <a:prstDash val="solid"/>
              <a:miter lim="400000"/>
            </a:ln>
          </a:bottom>
          <a:insideH>
            <a:ln w="12700" cap="flat">
              <a:solidFill>
                <a:srgbClr val="9A3C00"/>
              </a:solidFill>
              <a:prstDash val="solid"/>
              <a:miter lim="400000"/>
            </a:ln>
          </a:insideH>
          <a:insideV>
            <a:ln w="12700" cap="flat">
              <a:noFill/>
              <a:miter lim="400000"/>
            </a:ln>
          </a:insideV>
        </a:tcBdr>
        <a:fill>
          <a:solidFill>
            <a:srgbClr val="DE5F00">
              <a:alpha val="80000"/>
            </a:srgbClr>
          </a:solidFill>
        </a:fill>
      </a:tcStyle>
    </a:firstRow>
  </a:tblStyle>
  <a:tblStyle styleId="{33BA23B1-9221-436E-865A-0063620EA4FD}" styleName="">
    <a:tblBg/>
    <a:wholeTbl>
      <a:tcTxStyle b="off" i="off">
        <a:fontRef idx="minor">
          <a:srgbClr val="858585"/>
        </a:fontRef>
        <a:srgbClr val="858585"/>
      </a:tcTxStyle>
      <a:tcStyle>
        <a:tcBdr>
          <a:left>
            <a:ln w="25400" cap="flat">
              <a:solidFill>
                <a:srgbClr val="685948">
                  <a:alpha val="62000"/>
                </a:srgbClr>
              </a:solidFill>
              <a:prstDash val="solid"/>
              <a:miter lim="400000"/>
            </a:ln>
          </a:left>
          <a:right>
            <a:ln w="25400" cap="flat">
              <a:solidFill>
                <a:srgbClr val="685948">
                  <a:alpha val="62000"/>
                </a:srgbClr>
              </a:solidFill>
              <a:prstDash val="solid"/>
              <a:miter lim="400000"/>
            </a:ln>
          </a:right>
          <a:top>
            <a:ln w="25400" cap="flat">
              <a:solidFill>
                <a:srgbClr val="685948">
                  <a:alpha val="62000"/>
                </a:srgbClr>
              </a:solidFill>
              <a:prstDash val="solid"/>
              <a:miter lim="400000"/>
            </a:ln>
          </a:top>
          <a:bottom>
            <a:ln w="25400" cap="flat">
              <a:solidFill>
                <a:srgbClr val="685948">
                  <a:alpha val="62000"/>
                </a:srgbClr>
              </a:solidFill>
              <a:prstDash val="solid"/>
              <a:miter lim="400000"/>
            </a:ln>
          </a:bottom>
          <a:insideH>
            <a:ln w="25400" cap="flat">
              <a:solidFill>
                <a:srgbClr val="685948">
                  <a:alpha val="62000"/>
                </a:srgbClr>
              </a:solidFill>
              <a:prstDash val="solid"/>
              <a:miter lim="400000"/>
            </a:ln>
          </a:insideH>
          <a:insideV>
            <a:ln w="25400" cap="flat">
              <a:solidFill>
                <a:srgbClr val="685948">
                  <a:alpha val="62000"/>
                </a:srgbClr>
              </a:solidFill>
              <a:prstDash val="solid"/>
              <a:miter lim="400000"/>
            </a:ln>
          </a:insideV>
        </a:tcBdr>
        <a:fill>
          <a:noFill/>
        </a:fill>
      </a:tcStyle>
    </a:wholeTbl>
    <a:band2H>
      <a:tcTxStyle/>
      <a:tcStyle>
        <a:tcBdr/>
        <a:fill>
          <a:solidFill>
            <a:srgbClr val="685948">
              <a:alpha val="15000"/>
            </a:srgbClr>
          </a:solidFill>
        </a:fill>
      </a:tcStyle>
    </a:band2H>
    <a:firstCol>
      <a:tcTxStyle b="off" i="off">
        <a:fontRef idx="minor">
          <a:srgbClr val="FFFFFF"/>
        </a:fontRef>
        <a:srgbClr val="FFFFFF"/>
      </a:tcTxStyle>
      <a:tcStyle>
        <a:tcBdr>
          <a:left>
            <a:ln w="25400" cap="flat">
              <a:solidFill>
                <a:srgbClr val="685948">
                  <a:alpha val="62000"/>
                </a:srgbClr>
              </a:solidFill>
              <a:prstDash val="solid"/>
              <a:miter lim="400000"/>
            </a:ln>
          </a:left>
          <a:right>
            <a:ln w="25400" cap="flat">
              <a:solidFill>
                <a:srgbClr val="685948">
                  <a:alpha val="62000"/>
                </a:srgbClr>
              </a:solidFill>
              <a:prstDash val="solid"/>
              <a:miter lim="400000"/>
            </a:ln>
          </a:right>
          <a:top>
            <a:ln w="25400" cap="flat">
              <a:solidFill>
                <a:srgbClr val="160F02">
                  <a:alpha val="70000"/>
                </a:srgbClr>
              </a:solidFill>
              <a:prstDash val="solid"/>
              <a:miter lim="400000"/>
            </a:ln>
          </a:top>
          <a:bottom>
            <a:ln w="25400" cap="flat">
              <a:solidFill>
                <a:srgbClr val="160F02">
                  <a:alpha val="70000"/>
                </a:srgbClr>
              </a:solidFill>
              <a:prstDash val="solid"/>
              <a:miter lim="400000"/>
            </a:ln>
          </a:bottom>
          <a:insideH>
            <a:ln w="25400" cap="flat">
              <a:solidFill>
                <a:srgbClr val="160F02">
                  <a:alpha val="70000"/>
                </a:srgbClr>
              </a:solidFill>
              <a:prstDash val="solid"/>
              <a:miter lim="400000"/>
            </a:ln>
          </a:insideH>
          <a:insideV>
            <a:ln w="25400" cap="flat">
              <a:solidFill>
                <a:srgbClr val="160F02">
                  <a:alpha val="70000"/>
                </a:srgbClr>
              </a:solidFill>
              <a:prstDash val="solid"/>
              <a:miter lim="400000"/>
            </a:ln>
          </a:insideV>
        </a:tcBdr>
        <a:fill>
          <a:solidFill>
            <a:srgbClr val="685948">
              <a:alpha val="62000"/>
            </a:srgbClr>
          </a:solidFill>
        </a:fill>
      </a:tcStyle>
    </a:firstCol>
    <a:lastRow>
      <a:tcTxStyle b="off" i="off">
        <a:fontRef idx="minor">
          <a:srgbClr val="FFFFFF"/>
        </a:fontRef>
        <a:srgbClr val="FFFFFF"/>
      </a:tcTxStyle>
      <a:tcStyle>
        <a:tcBdr>
          <a:left>
            <a:ln w="25400" cap="flat">
              <a:solidFill>
                <a:srgbClr val="685948">
                  <a:alpha val="62000"/>
                </a:srgbClr>
              </a:solidFill>
              <a:prstDash val="solid"/>
              <a:miter lim="400000"/>
            </a:ln>
          </a:left>
          <a:right>
            <a:ln w="25400" cap="flat">
              <a:solidFill>
                <a:srgbClr val="685948">
                  <a:alpha val="62000"/>
                </a:srgbClr>
              </a:solidFill>
              <a:prstDash val="solid"/>
              <a:miter lim="400000"/>
            </a:ln>
          </a:right>
          <a:top>
            <a:ln w="25400" cap="flat">
              <a:solidFill>
                <a:srgbClr val="685948">
                  <a:alpha val="62000"/>
                </a:srgbClr>
              </a:solidFill>
              <a:prstDash val="solid"/>
              <a:miter lim="400000"/>
            </a:ln>
          </a:top>
          <a:bottom>
            <a:ln w="25400" cap="flat">
              <a:solidFill>
                <a:srgbClr val="685948">
                  <a:alpha val="62000"/>
                </a:srgbClr>
              </a:solidFill>
              <a:prstDash val="solid"/>
              <a:miter lim="400000"/>
            </a:ln>
          </a:bottom>
          <a:insideH>
            <a:ln w="25400" cap="flat">
              <a:solidFill>
                <a:srgbClr val="685948">
                  <a:alpha val="62000"/>
                </a:srgbClr>
              </a:solidFill>
              <a:prstDash val="solid"/>
              <a:miter lim="400000"/>
            </a:ln>
          </a:insideH>
          <a:insideV>
            <a:ln w="25400" cap="flat">
              <a:solidFill>
                <a:srgbClr val="685948">
                  <a:alpha val="62000"/>
                </a:srgbClr>
              </a:solidFill>
              <a:prstDash val="solid"/>
              <a:miter lim="400000"/>
            </a:ln>
          </a:insideV>
        </a:tcBdr>
        <a:fill>
          <a:solidFill>
            <a:srgbClr val="000000">
              <a:alpha val="70000"/>
            </a:srgbClr>
          </a:solidFill>
        </a:fill>
      </a:tcStyle>
    </a:lastRow>
    <a:firstRow>
      <a:tcTxStyle b="off" i="off">
        <a:fontRef idx="minor">
          <a:srgbClr val="FFFFFF"/>
        </a:fontRef>
        <a:srgbClr val="FFFFFF"/>
      </a:tcTxStyle>
      <a:tcStyle>
        <a:tcBdr>
          <a:left>
            <a:ln w="25400" cap="flat">
              <a:solidFill>
                <a:srgbClr val="685948">
                  <a:alpha val="62000"/>
                </a:srgbClr>
              </a:solidFill>
              <a:prstDash val="solid"/>
              <a:miter lim="400000"/>
            </a:ln>
          </a:left>
          <a:right>
            <a:ln w="25400" cap="flat">
              <a:solidFill>
                <a:srgbClr val="685948">
                  <a:alpha val="62000"/>
                </a:srgbClr>
              </a:solidFill>
              <a:prstDash val="solid"/>
              <a:miter lim="400000"/>
            </a:ln>
          </a:right>
          <a:top>
            <a:ln w="25400" cap="flat">
              <a:solidFill>
                <a:srgbClr val="685948">
                  <a:alpha val="62000"/>
                </a:srgbClr>
              </a:solidFill>
              <a:prstDash val="solid"/>
              <a:miter lim="400000"/>
            </a:ln>
          </a:top>
          <a:bottom>
            <a:ln w="25400" cap="flat">
              <a:solidFill>
                <a:srgbClr val="685948">
                  <a:alpha val="62000"/>
                </a:srgbClr>
              </a:solidFill>
              <a:prstDash val="solid"/>
              <a:miter lim="400000"/>
            </a:ln>
          </a:bottom>
          <a:insideH>
            <a:ln w="25400" cap="flat">
              <a:solidFill>
                <a:srgbClr val="685948">
                  <a:alpha val="62000"/>
                </a:srgbClr>
              </a:solidFill>
              <a:prstDash val="solid"/>
              <a:miter lim="400000"/>
            </a:ln>
          </a:insideH>
          <a:insideV>
            <a:ln w="25400" cap="flat">
              <a:solidFill>
                <a:srgbClr val="685948">
                  <a:alpha val="62000"/>
                </a:srgbClr>
              </a:solidFill>
              <a:prstDash val="solid"/>
              <a:miter lim="400000"/>
            </a:ln>
          </a:insideV>
        </a:tcBdr>
        <a:fill>
          <a:solidFill>
            <a:srgbClr val="000000">
              <a:alpha val="70000"/>
            </a:srgbClr>
          </a:solidFill>
        </a:fill>
      </a:tcStyle>
    </a:firstRow>
  </a:tblStyle>
  <a:tblStyle styleId="{2708684C-4D16-4618-839F-0558EEFCDFE6}" styleName="">
    <a:tblBg/>
    <a:wholeTbl>
      <a:tcTxStyle b="off" i="off">
        <a:fontRef idx="minor">
          <a:srgbClr val="858585"/>
        </a:fontRef>
        <a:srgbClr val="858585"/>
      </a:tcTxStyle>
      <a:tcStyle>
        <a:tcBdr>
          <a:left>
            <a:ln w="12700" cap="flat">
              <a:noFill/>
              <a:miter lim="400000"/>
            </a:ln>
          </a:left>
          <a:right>
            <a:ln w="12700" cap="flat">
              <a:noFill/>
              <a:miter lim="400000"/>
            </a:ln>
          </a:right>
          <a:top>
            <a:ln w="12700" cap="flat">
              <a:solidFill>
                <a:schemeClr val="accent1">
                  <a:hueOff val="-313507"/>
                  <a:satOff val="34334"/>
                  <a:lumOff val="-8266"/>
                  <a:alpha val="62000"/>
                </a:schemeClr>
              </a:solidFill>
              <a:prstDash val="solid"/>
              <a:miter lim="400000"/>
            </a:ln>
          </a:top>
          <a:bottom>
            <a:ln w="12700" cap="flat">
              <a:solidFill>
                <a:schemeClr val="accent1">
                  <a:hueOff val="-313507"/>
                  <a:satOff val="34334"/>
                  <a:lumOff val="-8266"/>
                  <a:alpha val="62000"/>
                </a:schemeClr>
              </a:solidFill>
              <a:prstDash val="solid"/>
              <a:miter lim="400000"/>
            </a:ln>
          </a:bottom>
          <a:insideH>
            <a:ln w="12700" cap="flat">
              <a:solidFill>
                <a:schemeClr val="accent1">
                  <a:hueOff val="-313507"/>
                  <a:satOff val="34334"/>
                  <a:lumOff val="-8266"/>
                  <a:alpha val="62000"/>
                </a:schemeClr>
              </a:solidFill>
              <a:prstDash val="solid"/>
              <a:miter lim="400000"/>
            </a:ln>
          </a:insideH>
          <a:insideV>
            <a:ln w="12700" cap="flat">
              <a:noFill/>
              <a:miter lim="400000"/>
            </a:ln>
          </a:insideV>
        </a:tcBdr>
        <a:fill>
          <a:solidFill>
            <a:srgbClr val="FFFFFF">
              <a:alpha val="50000"/>
            </a:srgbClr>
          </a:solidFill>
        </a:fill>
      </a:tcStyle>
    </a:wholeTbl>
    <a:band2H>
      <a:tcTxStyle/>
      <a:tcStyle>
        <a:tcBdr/>
        <a:fill>
          <a:solidFill>
            <a:srgbClr val="FEFEE0">
              <a:alpha val="55000"/>
            </a:srgbClr>
          </a:solidFill>
        </a:fill>
      </a:tcStyle>
    </a:band2H>
    <a:firstCol>
      <a:tcTxStyle b="off" i="off">
        <a:fontRef idx="minor">
          <a:srgbClr val="45A7DE"/>
        </a:fontRef>
        <a:srgbClr val="45A7DE"/>
      </a:tcTxStyle>
      <a:tcStyle>
        <a:tcBdr>
          <a:left>
            <a:ln w="12700" cap="flat">
              <a:noFill/>
              <a:miter lim="400000"/>
            </a:ln>
          </a:left>
          <a:right>
            <a:ln w="31750" cap="flat">
              <a:solidFill>
                <a:schemeClr val="accent5">
                  <a:hueOff val="61010"/>
                  <a:satOff val="20460"/>
                  <a:lumOff val="-2197"/>
                  <a:alpha val="62000"/>
                </a:schemeClr>
              </a:solidFill>
              <a:prstDash val="solid"/>
              <a:miter lim="400000"/>
            </a:ln>
          </a:right>
          <a:top>
            <a:ln w="12700" cap="flat">
              <a:solidFill>
                <a:schemeClr val="accent1">
                  <a:hueOff val="-313507"/>
                  <a:satOff val="34334"/>
                  <a:lumOff val="-8266"/>
                  <a:alpha val="62000"/>
                </a:schemeClr>
              </a:solidFill>
              <a:prstDash val="solid"/>
              <a:miter lim="400000"/>
            </a:ln>
          </a:top>
          <a:bottom>
            <a:ln w="12700" cap="flat">
              <a:solidFill>
                <a:schemeClr val="accent1">
                  <a:hueOff val="-313507"/>
                  <a:satOff val="34334"/>
                  <a:lumOff val="-8266"/>
                  <a:alpha val="62000"/>
                </a:schemeClr>
              </a:solidFill>
              <a:prstDash val="solid"/>
              <a:miter lim="400000"/>
            </a:ln>
          </a:bottom>
          <a:insideH>
            <a:ln w="12700" cap="flat">
              <a:solidFill>
                <a:schemeClr val="accent1">
                  <a:hueOff val="-313507"/>
                  <a:satOff val="34334"/>
                  <a:lumOff val="-8266"/>
                  <a:alpha val="62000"/>
                </a:schemeClr>
              </a:solidFill>
              <a:prstDash val="solid"/>
              <a:miter lim="400000"/>
            </a:ln>
          </a:insideH>
          <a:insideV>
            <a:ln w="12700" cap="flat">
              <a:noFill/>
              <a:miter lim="400000"/>
            </a:ln>
          </a:insideV>
        </a:tcBdr>
        <a:fill>
          <a:solidFill>
            <a:srgbClr val="FFFFFF">
              <a:alpha val="50000"/>
            </a:srgbClr>
          </a:solidFill>
        </a:fill>
      </a:tcStyle>
    </a:firstCol>
    <a:lastRow>
      <a:tcTxStyle b="off" i="off">
        <a:fontRef idx="minor">
          <a:srgbClr val="45A7DE"/>
        </a:fontRef>
        <a:srgbClr val="45A7DE"/>
      </a:tcTxStyle>
      <a:tcStyle>
        <a:tcBdr>
          <a:left>
            <a:ln w="12700" cap="flat">
              <a:noFill/>
              <a:miter lim="400000"/>
            </a:ln>
          </a:left>
          <a:right>
            <a:ln w="12700" cap="flat">
              <a:noFill/>
              <a:miter lim="400000"/>
            </a:ln>
          </a:right>
          <a:top>
            <a:ln w="25400" cap="flat">
              <a:solidFill>
                <a:schemeClr val="accent1">
                  <a:hueOff val="-313507"/>
                  <a:satOff val="34334"/>
                  <a:lumOff val="-8266"/>
                  <a:alpha val="62000"/>
                </a:schemeClr>
              </a:solidFill>
              <a:prstDash val="solid"/>
              <a:miter lim="400000"/>
            </a:ln>
          </a:top>
          <a:bottom>
            <a:ln w="12700" cap="flat">
              <a:noFill/>
              <a:miter lim="400000"/>
            </a:ln>
          </a:bottom>
          <a:insideH>
            <a:ln w="12700" cap="flat">
              <a:solidFill>
                <a:schemeClr val="accent1">
                  <a:hueOff val="-313507"/>
                  <a:satOff val="34334"/>
                  <a:lumOff val="-8266"/>
                  <a:alpha val="62000"/>
                </a:schemeClr>
              </a:solidFill>
              <a:prstDash val="solid"/>
              <a:miter lim="400000"/>
            </a:ln>
          </a:insideH>
          <a:insideV>
            <a:ln w="12700" cap="flat">
              <a:noFill/>
              <a:miter lim="400000"/>
            </a:ln>
          </a:insideV>
        </a:tcBdr>
        <a:fill>
          <a:solidFill>
            <a:srgbClr val="FFFFFF">
              <a:alpha val="50000"/>
            </a:srgbClr>
          </a:solidFill>
        </a:fill>
      </a:tcStyle>
    </a:lastRow>
    <a:firstRow>
      <a:tcTxStyle b="off" i="off">
        <a:fontRef idx="minor">
          <a:srgbClr val="45A7DE"/>
        </a:fontRef>
        <a:srgbClr val="45A7DE"/>
      </a:tcTxStyle>
      <a:tcStyle>
        <a:tcBdr>
          <a:left>
            <a:ln w="12700" cap="flat">
              <a:noFill/>
              <a:miter lim="400000"/>
            </a:ln>
          </a:left>
          <a:right>
            <a:ln w="12700" cap="flat">
              <a:noFill/>
              <a:miter lim="400000"/>
            </a:ln>
          </a:right>
          <a:top>
            <a:ln w="12700" cap="flat">
              <a:noFill/>
              <a:miter lim="400000"/>
            </a:ln>
          </a:top>
          <a:bottom>
            <a:ln w="25400" cap="flat">
              <a:solidFill>
                <a:schemeClr val="accent1">
                  <a:hueOff val="-313507"/>
                  <a:satOff val="34334"/>
                  <a:lumOff val="-8266"/>
                  <a:alpha val="62000"/>
                </a:schemeClr>
              </a:solidFill>
              <a:prstDash val="solid"/>
              <a:miter lim="400000"/>
            </a:ln>
          </a:bottom>
          <a:insideH>
            <a:ln w="12700" cap="flat">
              <a:solidFill>
                <a:schemeClr val="accent1">
                  <a:hueOff val="-313507"/>
                  <a:satOff val="34334"/>
                  <a:lumOff val="-8266"/>
                  <a:alpha val="62000"/>
                </a:schemeClr>
              </a:solidFill>
              <a:prstDash val="solid"/>
              <a:miter lim="400000"/>
            </a:ln>
          </a:insideH>
          <a:insideV>
            <a:ln w="12700" cap="flat">
              <a:noFill/>
              <a:miter lim="400000"/>
            </a:ln>
          </a:insideV>
        </a:tcBdr>
        <a:fill>
          <a:solidFill>
            <a:srgbClr val="FFFFFF">
              <a:alpha val="50000"/>
            </a:srgb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01"/>
    <p:restoredTop sz="94645"/>
  </p:normalViewPr>
  <p:slideViewPr>
    <p:cSldViewPr snapToGrid="0">
      <p:cViewPr varScale="1">
        <p:scale>
          <a:sx n="90" d="100"/>
          <a:sy n="90" d="100"/>
        </p:scale>
        <p:origin x="920" y="200"/>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3FC6253-C253-444C-9B71-A1DF9FBB002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D43F6474-5071-F444-8CFE-8D183EAC738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006C51A-8A6E-DF4C-AC1A-EA9DA7F4528A}" type="datetimeFigureOut">
              <a:rPr lang="en-US" smtClean="0"/>
              <a:t>1/4/23</a:t>
            </a:fld>
            <a:endParaRPr lang="en-US"/>
          </a:p>
        </p:txBody>
      </p:sp>
      <p:sp>
        <p:nvSpPr>
          <p:cNvPr id="4" name="Footer Placeholder 3">
            <a:extLst>
              <a:ext uri="{FF2B5EF4-FFF2-40B4-BE49-F238E27FC236}">
                <a16:creationId xmlns:a16="http://schemas.microsoft.com/office/drawing/2014/main" id="{B1A712F7-B16E-2C4A-BB36-C1213128F5C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9E6C32B-CCBC-8741-911E-6FE9A7E8FC7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4858D1-F438-DB49-ADE4-1D0A7603C962}" type="slidenum">
              <a:rPr lang="en-US" smtClean="0"/>
              <a:t>‹#›</a:t>
            </a:fld>
            <a:endParaRPr lang="en-US"/>
          </a:p>
        </p:txBody>
      </p:sp>
    </p:spTree>
    <p:extLst>
      <p:ext uri="{BB962C8B-B14F-4D97-AF65-F5344CB8AC3E}">
        <p14:creationId xmlns:p14="http://schemas.microsoft.com/office/powerpoint/2010/main" val="35172809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0" name="Shape 130"/>
          <p:cNvSpPr>
            <a:spLocks noGrp="1" noRot="1" noChangeAspect="1"/>
          </p:cNvSpPr>
          <p:nvPr>
            <p:ph type="sldImg"/>
          </p:nvPr>
        </p:nvSpPr>
        <p:spPr>
          <a:xfrm>
            <a:off x="1143000" y="685800"/>
            <a:ext cx="4572000" cy="3429000"/>
          </a:xfrm>
          <a:prstGeom prst="rect">
            <a:avLst/>
          </a:prstGeom>
        </p:spPr>
        <p:txBody>
          <a:bodyPr/>
          <a:lstStyle/>
          <a:p>
            <a:endParaRPr/>
          </a:p>
        </p:txBody>
      </p:sp>
      <p:sp>
        <p:nvSpPr>
          <p:cNvPr id="131" name="Shape 13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Introduce myself and TA/LAs!</a:t>
            </a:r>
          </a:p>
        </p:txBody>
      </p:sp>
    </p:spTree>
    <p:extLst>
      <p:ext uri="{BB962C8B-B14F-4D97-AF65-F5344CB8AC3E}">
        <p14:creationId xmlns:p14="http://schemas.microsoft.com/office/powerpoint/2010/main" val="5234609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Introduce myself and TA/LAs!</a:t>
            </a:r>
          </a:p>
        </p:txBody>
      </p:sp>
    </p:spTree>
    <p:extLst>
      <p:ext uri="{BB962C8B-B14F-4D97-AF65-F5344CB8AC3E}">
        <p14:creationId xmlns:p14="http://schemas.microsoft.com/office/powerpoint/2010/main" val="4842754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9028652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When you join the Slack channel (or if you haven’t already), please post a message with your name, year, major! Slack is primarily for you all to work among yourselves, but we (TA/Las and I) will monitor it and answer questions</a:t>
            </a:r>
          </a:p>
        </p:txBody>
      </p:sp>
    </p:spTree>
    <p:extLst>
      <p:ext uri="{BB962C8B-B14F-4D97-AF65-F5344CB8AC3E}">
        <p14:creationId xmlns:p14="http://schemas.microsoft.com/office/powerpoint/2010/main" val="26362739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35FCA-B036-5043-B925-F9BBDB80FF1E}"/>
              </a:ext>
            </a:extLst>
          </p:cNvPr>
          <p:cNvSpPr>
            <a:spLocks noGrp="1"/>
          </p:cNvSpPr>
          <p:nvPr>
            <p:ph type="ctrTitle"/>
          </p:nvPr>
        </p:nvSpPr>
        <p:spPr>
          <a:xfrm>
            <a:off x="1625600" y="1596249"/>
            <a:ext cx="9753600" cy="3395698"/>
          </a:xfrm>
        </p:spPr>
        <p:txBody>
          <a:bodyPr anchor="b"/>
          <a:lstStyle>
            <a:lvl1pPr algn="ctr">
              <a:defRPr sz="6400"/>
            </a:lvl1pPr>
          </a:lstStyle>
          <a:p>
            <a:r>
              <a:rPr lang="en-US"/>
              <a:t>Click to edit Master title style</a:t>
            </a:r>
          </a:p>
        </p:txBody>
      </p:sp>
      <p:sp>
        <p:nvSpPr>
          <p:cNvPr id="3" name="Subtitle 2">
            <a:extLst>
              <a:ext uri="{FF2B5EF4-FFF2-40B4-BE49-F238E27FC236}">
                <a16:creationId xmlns:a16="http://schemas.microsoft.com/office/drawing/2014/main" id="{241DD5DC-4227-C249-B3A4-4E5F35D42851}"/>
              </a:ext>
            </a:extLst>
          </p:cNvPr>
          <p:cNvSpPr>
            <a:spLocks noGrp="1"/>
          </p:cNvSpPr>
          <p:nvPr>
            <p:ph type="subTitle" idx="1"/>
          </p:nvPr>
        </p:nvSpPr>
        <p:spPr>
          <a:xfrm>
            <a:off x="1625600" y="5122898"/>
            <a:ext cx="9753600" cy="2354862"/>
          </a:xfrm>
        </p:spPr>
        <p:txBody>
          <a:bodyPr/>
          <a:lstStyle>
            <a:lvl1pPr marL="0" indent="0" algn="ctr">
              <a:buNone/>
              <a:defRPr sz="2560"/>
            </a:lvl1pPr>
            <a:lvl2pPr marL="487695" indent="0" algn="ctr">
              <a:buNone/>
              <a:defRPr sz="2133"/>
            </a:lvl2pPr>
            <a:lvl3pPr marL="975390" indent="0" algn="ctr">
              <a:buNone/>
              <a:defRPr sz="1920"/>
            </a:lvl3pPr>
            <a:lvl4pPr marL="1463086" indent="0" algn="ctr">
              <a:buNone/>
              <a:defRPr sz="1707"/>
            </a:lvl4pPr>
            <a:lvl5pPr marL="1950781" indent="0" algn="ctr">
              <a:buNone/>
              <a:defRPr sz="1707"/>
            </a:lvl5pPr>
            <a:lvl6pPr marL="2438476" indent="0" algn="ctr">
              <a:buNone/>
              <a:defRPr sz="1707"/>
            </a:lvl6pPr>
            <a:lvl7pPr marL="2926171" indent="0" algn="ctr">
              <a:buNone/>
              <a:defRPr sz="1707"/>
            </a:lvl7pPr>
            <a:lvl8pPr marL="3413867" indent="0" algn="ctr">
              <a:buNone/>
              <a:defRPr sz="1707"/>
            </a:lvl8pPr>
            <a:lvl9pPr marL="3901562" indent="0" algn="ctr">
              <a:buNone/>
              <a:defRPr sz="1707"/>
            </a:lvl9pPr>
          </a:lstStyle>
          <a:p>
            <a:r>
              <a:rPr lang="en-US"/>
              <a:t>Click to edit Master subtitle style</a:t>
            </a:r>
          </a:p>
        </p:txBody>
      </p:sp>
      <p:sp>
        <p:nvSpPr>
          <p:cNvPr id="4" name="Date Placeholder 3">
            <a:extLst>
              <a:ext uri="{FF2B5EF4-FFF2-40B4-BE49-F238E27FC236}">
                <a16:creationId xmlns:a16="http://schemas.microsoft.com/office/drawing/2014/main" id="{E4CA62ED-F142-9345-B8F5-6D9C17E0FB6C}"/>
              </a:ext>
            </a:extLst>
          </p:cNvPr>
          <p:cNvSpPr>
            <a:spLocks noGrp="1"/>
          </p:cNvSpPr>
          <p:nvPr>
            <p:ph type="dt" sz="half" idx="10"/>
          </p:nvPr>
        </p:nvSpPr>
        <p:spPr/>
        <p:txBody>
          <a:bodyPr/>
          <a:lstStyle/>
          <a:p>
            <a:fld id="{EAF96BD4-44F8-5649-86B4-13BED8752DA1}" type="datetimeFigureOut">
              <a:rPr lang="en-US" smtClean="0"/>
              <a:t>1/4/23</a:t>
            </a:fld>
            <a:endParaRPr lang="en-US"/>
          </a:p>
        </p:txBody>
      </p:sp>
      <p:sp>
        <p:nvSpPr>
          <p:cNvPr id="5" name="Footer Placeholder 4">
            <a:extLst>
              <a:ext uri="{FF2B5EF4-FFF2-40B4-BE49-F238E27FC236}">
                <a16:creationId xmlns:a16="http://schemas.microsoft.com/office/drawing/2014/main" id="{A9904862-F833-7A47-BE30-67D9C6BF1F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5154FF-1E99-4745-9F9A-4DF5F9597D14}"/>
              </a:ext>
            </a:extLst>
          </p:cNvPr>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2425926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8FF71-2999-4946-B124-FC71170054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1DB6204-0147-6B4D-B987-B0AC65B6FFE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10F4E7-CEDC-EF4A-9B51-F76BF762BA28}"/>
              </a:ext>
            </a:extLst>
          </p:cNvPr>
          <p:cNvSpPr>
            <a:spLocks noGrp="1"/>
          </p:cNvSpPr>
          <p:nvPr>
            <p:ph type="dt" sz="half" idx="10"/>
          </p:nvPr>
        </p:nvSpPr>
        <p:spPr/>
        <p:txBody>
          <a:bodyPr/>
          <a:lstStyle/>
          <a:p>
            <a:fld id="{EAF96BD4-44F8-5649-86B4-13BED8752DA1}" type="datetimeFigureOut">
              <a:rPr lang="en-US" smtClean="0"/>
              <a:t>1/4/23</a:t>
            </a:fld>
            <a:endParaRPr lang="en-US"/>
          </a:p>
        </p:txBody>
      </p:sp>
      <p:sp>
        <p:nvSpPr>
          <p:cNvPr id="5" name="Footer Placeholder 4">
            <a:extLst>
              <a:ext uri="{FF2B5EF4-FFF2-40B4-BE49-F238E27FC236}">
                <a16:creationId xmlns:a16="http://schemas.microsoft.com/office/drawing/2014/main" id="{9F228BD4-C8EA-204C-B553-0C31BB2E15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F072EF-B6FD-3341-AA6E-CE2796CFF252}"/>
              </a:ext>
            </a:extLst>
          </p:cNvPr>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39165745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235D7-3E8D-4742-B6FC-3542BD5369CD}"/>
              </a:ext>
            </a:extLst>
          </p:cNvPr>
          <p:cNvSpPr>
            <a:spLocks noGrp="1"/>
          </p:cNvSpPr>
          <p:nvPr>
            <p:ph type="title"/>
          </p:nvPr>
        </p:nvSpPr>
        <p:spPr>
          <a:xfrm>
            <a:off x="887307" y="2431628"/>
            <a:ext cx="11216640" cy="4057226"/>
          </a:xfrm>
        </p:spPr>
        <p:txBody>
          <a:bodyPr anchor="b"/>
          <a:lstStyle>
            <a:lvl1pPr>
              <a:defRPr sz="6400"/>
            </a:lvl1pPr>
          </a:lstStyle>
          <a:p>
            <a:r>
              <a:rPr lang="en-US"/>
              <a:t>Click to edit Master title style</a:t>
            </a:r>
          </a:p>
        </p:txBody>
      </p:sp>
      <p:sp>
        <p:nvSpPr>
          <p:cNvPr id="3" name="Text Placeholder 2">
            <a:extLst>
              <a:ext uri="{FF2B5EF4-FFF2-40B4-BE49-F238E27FC236}">
                <a16:creationId xmlns:a16="http://schemas.microsoft.com/office/drawing/2014/main" id="{D8E25892-1B01-5142-817C-60EE27759721}"/>
              </a:ext>
            </a:extLst>
          </p:cNvPr>
          <p:cNvSpPr>
            <a:spLocks noGrp="1"/>
          </p:cNvSpPr>
          <p:nvPr>
            <p:ph type="body" idx="1"/>
          </p:nvPr>
        </p:nvSpPr>
        <p:spPr>
          <a:xfrm>
            <a:off x="887307" y="6527237"/>
            <a:ext cx="11216640" cy="2133599"/>
          </a:xfrm>
        </p:spPr>
        <p:txBody>
          <a:bodyPr/>
          <a:lstStyle>
            <a:lvl1pPr marL="0" indent="0">
              <a:buNone/>
              <a:defRPr sz="2560">
                <a:solidFill>
                  <a:schemeClr val="tx1">
                    <a:tint val="75000"/>
                  </a:schemeClr>
                </a:solidFill>
              </a:defRPr>
            </a:lvl1pPr>
            <a:lvl2pPr marL="487695" indent="0">
              <a:buNone/>
              <a:defRPr sz="2133">
                <a:solidFill>
                  <a:schemeClr val="tx1">
                    <a:tint val="75000"/>
                  </a:schemeClr>
                </a:solidFill>
              </a:defRPr>
            </a:lvl2pPr>
            <a:lvl3pPr marL="975390" indent="0">
              <a:buNone/>
              <a:defRPr sz="1920">
                <a:solidFill>
                  <a:schemeClr val="tx1">
                    <a:tint val="75000"/>
                  </a:schemeClr>
                </a:solidFill>
              </a:defRPr>
            </a:lvl3pPr>
            <a:lvl4pPr marL="1463086" indent="0">
              <a:buNone/>
              <a:defRPr sz="1707">
                <a:solidFill>
                  <a:schemeClr val="tx1">
                    <a:tint val="75000"/>
                  </a:schemeClr>
                </a:solidFill>
              </a:defRPr>
            </a:lvl4pPr>
            <a:lvl5pPr marL="1950781" indent="0">
              <a:buNone/>
              <a:defRPr sz="1707">
                <a:solidFill>
                  <a:schemeClr val="tx1">
                    <a:tint val="75000"/>
                  </a:schemeClr>
                </a:solidFill>
              </a:defRPr>
            </a:lvl5pPr>
            <a:lvl6pPr marL="2438476" indent="0">
              <a:buNone/>
              <a:defRPr sz="1707">
                <a:solidFill>
                  <a:schemeClr val="tx1">
                    <a:tint val="75000"/>
                  </a:schemeClr>
                </a:solidFill>
              </a:defRPr>
            </a:lvl6pPr>
            <a:lvl7pPr marL="2926171" indent="0">
              <a:buNone/>
              <a:defRPr sz="1707">
                <a:solidFill>
                  <a:schemeClr val="tx1">
                    <a:tint val="75000"/>
                  </a:schemeClr>
                </a:solidFill>
              </a:defRPr>
            </a:lvl7pPr>
            <a:lvl8pPr marL="3413867" indent="0">
              <a:buNone/>
              <a:defRPr sz="1707">
                <a:solidFill>
                  <a:schemeClr val="tx1">
                    <a:tint val="75000"/>
                  </a:schemeClr>
                </a:solidFill>
              </a:defRPr>
            </a:lvl8pPr>
            <a:lvl9pPr marL="3901562" indent="0">
              <a:buNone/>
              <a:defRPr sz="1707">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C70420E-61FE-7D46-92C5-8821F5A50E26}"/>
              </a:ext>
            </a:extLst>
          </p:cNvPr>
          <p:cNvSpPr>
            <a:spLocks noGrp="1"/>
          </p:cNvSpPr>
          <p:nvPr>
            <p:ph type="dt" sz="half" idx="10"/>
          </p:nvPr>
        </p:nvSpPr>
        <p:spPr/>
        <p:txBody>
          <a:bodyPr/>
          <a:lstStyle/>
          <a:p>
            <a:fld id="{EAF96BD4-44F8-5649-86B4-13BED8752DA1}" type="datetimeFigureOut">
              <a:rPr lang="en-US" smtClean="0"/>
              <a:t>1/4/23</a:t>
            </a:fld>
            <a:endParaRPr lang="en-US"/>
          </a:p>
        </p:txBody>
      </p:sp>
      <p:sp>
        <p:nvSpPr>
          <p:cNvPr id="5" name="Footer Placeholder 4">
            <a:extLst>
              <a:ext uri="{FF2B5EF4-FFF2-40B4-BE49-F238E27FC236}">
                <a16:creationId xmlns:a16="http://schemas.microsoft.com/office/drawing/2014/main" id="{C5CC2F91-C089-0843-9573-F95967216D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59BADF-20FC-D241-B5AC-8BB556A98BFD}"/>
              </a:ext>
            </a:extLst>
          </p:cNvPr>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478676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54A28-EB28-EA4B-9390-2FECE9CEB5B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AE2F36F-C698-2044-A422-3D5C5F0B7461}"/>
              </a:ext>
            </a:extLst>
          </p:cNvPr>
          <p:cNvSpPr>
            <a:spLocks noGrp="1"/>
          </p:cNvSpPr>
          <p:nvPr>
            <p:ph sz="half" idx="1"/>
          </p:nvPr>
        </p:nvSpPr>
        <p:spPr>
          <a:xfrm>
            <a:off x="894080" y="2596444"/>
            <a:ext cx="5527040" cy="61885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609FE8B-66CC-4F4B-A4AB-A66156FEFA35}"/>
              </a:ext>
            </a:extLst>
          </p:cNvPr>
          <p:cNvSpPr>
            <a:spLocks noGrp="1"/>
          </p:cNvSpPr>
          <p:nvPr>
            <p:ph sz="half" idx="2"/>
          </p:nvPr>
        </p:nvSpPr>
        <p:spPr>
          <a:xfrm>
            <a:off x="6583680" y="2596444"/>
            <a:ext cx="5527040" cy="61885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EB00A06-9B33-624D-ADCA-AAFF4B881E46}"/>
              </a:ext>
            </a:extLst>
          </p:cNvPr>
          <p:cNvSpPr>
            <a:spLocks noGrp="1"/>
          </p:cNvSpPr>
          <p:nvPr>
            <p:ph type="dt" sz="half" idx="10"/>
          </p:nvPr>
        </p:nvSpPr>
        <p:spPr/>
        <p:txBody>
          <a:bodyPr/>
          <a:lstStyle/>
          <a:p>
            <a:fld id="{EAF96BD4-44F8-5649-86B4-13BED8752DA1}" type="datetimeFigureOut">
              <a:rPr lang="en-US" smtClean="0"/>
              <a:t>1/4/23</a:t>
            </a:fld>
            <a:endParaRPr lang="en-US"/>
          </a:p>
        </p:txBody>
      </p:sp>
      <p:sp>
        <p:nvSpPr>
          <p:cNvPr id="6" name="Footer Placeholder 5">
            <a:extLst>
              <a:ext uri="{FF2B5EF4-FFF2-40B4-BE49-F238E27FC236}">
                <a16:creationId xmlns:a16="http://schemas.microsoft.com/office/drawing/2014/main" id="{23B5B424-8CB1-F44A-8595-A6B2A9B8BB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19284E-388D-8940-8A24-8807CD14102C}"/>
              </a:ext>
            </a:extLst>
          </p:cNvPr>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19174433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E991B-8EE3-FE4D-BDD4-CEA61EC8C4C0}"/>
              </a:ext>
            </a:extLst>
          </p:cNvPr>
          <p:cNvSpPr>
            <a:spLocks noGrp="1"/>
          </p:cNvSpPr>
          <p:nvPr>
            <p:ph type="title"/>
          </p:nvPr>
        </p:nvSpPr>
        <p:spPr>
          <a:xfrm>
            <a:off x="895774" y="519290"/>
            <a:ext cx="11216640" cy="1885245"/>
          </a:xfrm>
        </p:spPr>
        <p:txBody>
          <a:bodyPr/>
          <a:lstStyle/>
          <a:p>
            <a:r>
              <a:rPr lang="en-US"/>
              <a:t>Click to edit Master title style</a:t>
            </a:r>
          </a:p>
        </p:txBody>
      </p:sp>
      <p:sp>
        <p:nvSpPr>
          <p:cNvPr id="3" name="Text Placeholder 2">
            <a:extLst>
              <a:ext uri="{FF2B5EF4-FFF2-40B4-BE49-F238E27FC236}">
                <a16:creationId xmlns:a16="http://schemas.microsoft.com/office/drawing/2014/main" id="{92B7F980-E258-004F-A635-77B4DBB854F0}"/>
              </a:ext>
            </a:extLst>
          </p:cNvPr>
          <p:cNvSpPr>
            <a:spLocks noGrp="1"/>
          </p:cNvSpPr>
          <p:nvPr>
            <p:ph type="body" idx="1"/>
          </p:nvPr>
        </p:nvSpPr>
        <p:spPr>
          <a:xfrm>
            <a:off x="895775" y="2390987"/>
            <a:ext cx="5501639" cy="1171786"/>
          </a:xfrm>
        </p:spPr>
        <p:txBody>
          <a:bodyPr anchor="b"/>
          <a:lstStyle>
            <a:lvl1pPr marL="0" indent="0">
              <a:buNone/>
              <a:defRPr sz="2560" b="1"/>
            </a:lvl1pPr>
            <a:lvl2pPr marL="487695" indent="0">
              <a:buNone/>
              <a:defRPr sz="2133" b="1"/>
            </a:lvl2pPr>
            <a:lvl3pPr marL="975390" indent="0">
              <a:buNone/>
              <a:defRPr sz="1920" b="1"/>
            </a:lvl3pPr>
            <a:lvl4pPr marL="1463086" indent="0">
              <a:buNone/>
              <a:defRPr sz="1707" b="1"/>
            </a:lvl4pPr>
            <a:lvl5pPr marL="1950781" indent="0">
              <a:buNone/>
              <a:defRPr sz="1707" b="1"/>
            </a:lvl5pPr>
            <a:lvl6pPr marL="2438476" indent="0">
              <a:buNone/>
              <a:defRPr sz="1707" b="1"/>
            </a:lvl6pPr>
            <a:lvl7pPr marL="2926171" indent="0">
              <a:buNone/>
              <a:defRPr sz="1707" b="1"/>
            </a:lvl7pPr>
            <a:lvl8pPr marL="3413867" indent="0">
              <a:buNone/>
              <a:defRPr sz="1707" b="1"/>
            </a:lvl8pPr>
            <a:lvl9pPr marL="3901562" indent="0">
              <a:buNone/>
              <a:defRPr sz="1707" b="1"/>
            </a:lvl9pPr>
          </a:lstStyle>
          <a:p>
            <a:pPr lvl="0"/>
            <a:r>
              <a:rPr lang="en-US"/>
              <a:t>Click to edit Master text styles</a:t>
            </a:r>
          </a:p>
        </p:txBody>
      </p:sp>
      <p:sp>
        <p:nvSpPr>
          <p:cNvPr id="4" name="Content Placeholder 3">
            <a:extLst>
              <a:ext uri="{FF2B5EF4-FFF2-40B4-BE49-F238E27FC236}">
                <a16:creationId xmlns:a16="http://schemas.microsoft.com/office/drawing/2014/main" id="{14879CB3-06EE-984A-B7FC-78DF0A5E5CDE}"/>
              </a:ext>
            </a:extLst>
          </p:cNvPr>
          <p:cNvSpPr>
            <a:spLocks noGrp="1"/>
          </p:cNvSpPr>
          <p:nvPr>
            <p:ph sz="half" idx="2"/>
          </p:nvPr>
        </p:nvSpPr>
        <p:spPr>
          <a:xfrm>
            <a:off x="895775" y="3562773"/>
            <a:ext cx="5501639" cy="5240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F813A96-CA4D-B64A-876F-68223EFFCC43}"/>
              </a:ext>
            </a:extLst>
          </p:cNvPr>
          <p:cNvSpPr>
            <a:spLocks noGrp="1"/>
          </p:cNvSpPr>
          <p:nvPr>
            <p:ph type="body" sz="quarter" idx="3"/>
          </p:nvPr>
        </p:nvSpPr>
        <p:spPr>
          <a:xfrm>
            <a:off x="6583680" y="2390987"/>
            <a:ext cx="5528734" cy="1171786"/>
          </a:xfrm>
        </p:spPr>
        <p:txBody>
          <a:bodyPr anchor="b"/>
          <a:lstStyle>
            <a:lvl1pPr marL="0" indent="0">
              <a:buNone/>
              <a:defRPr sz="2560" b="1"/>
            </a:lvl1pPr>
            <a:lvl2pPr marL="487695" indent="0">
              <a:buNone/>
              <a:defRPr sz="2133" b="1"/>
            </a:lvl2pPr>
            <a:lvl3pPr marL="975390" indent="0">
              <a:buNone/>
              <a:defRPr sz="1920" b="1"/>
            </a:lvl3pPr>
            <a:lvl4pPr marL="1463086" indent="0">
              <a:buNone/>
              <a:defRPr sz="1707" b="1"/>
            </a:lvl4pPr>
            <a:lvl5pPr marL="1950781" indent="0">
              <a:buNone/>
              <a:defRPr sz="1707" b="1"/>
            </a:lvl5pPr>
            <a:lvl6pPr marL="2438476" indent="0">
              <a:buNone/>
              <a:defRPr sz="1707" b="1"/>
            </a:lvl6pPr>
            <a:lvl7pPr marL="2926171" indent="0">
              <a:buNone/>
              <a:defRPr sz="1707" b="1"/>
            </a:lvl7pPr>
            <a:lvl8pPr marL="3413867" indent="0">
              <a:buNone/>
              <a:defRPr sz="1707" b="1"/>
            </a:lvl8pPr>
            <a:lvl9pPr marL="3901562" indent="0">
              <a:buNone/>
              <a:defRPr sz="1707" b="1"/>
            </a:lvl9pPr>
          </a:lstStyle>
          <a:p>
            <a:pPr lvl="0"/>
            <a:r>
              <a:rPr lang="en-US"/>
              <a:t>Click to edit Master text styles</a:t>
            </a:r>
          </a:p>
        </p:txBody>
      </p:sp>
      <p:sp>
        <p:nvSpPr>
          <p:cNvPr id="6" name="Content Placeholder 5">
            <a:extLst>
              <a:ext uri="{FF2B5EF4-FFF2-40B4-BE49-F238E27FC236}">
                <a16:creationId xmlns:a16="http://schemas.microsoft.com/office/drawing/2014/main" id="{7262E90D-0B81-6B40-A8CE-7A819CFDD29E}"/>
              </a:ext>
            </a:extLst>
          </p:cNvPr>
          <p:cNvSpPr>
            <a:spLocks noGrp="1"/>
          </p:cNvSpPr>
          <p:nvPr>
            <p:ph sz="quarter" idx="4"/>
          </p:nvPr>
        </p:nvSpPr>
        <p:spPr>
          <a:xfrm>
            <a:off x="6583680" y="3562773"/>
            <a:ext cx="5528734" cy="5240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E17236F-4B8B-A340-8DDA-A71E087059D9}"/>
              </a:ext>
            </a:extLst>
          </p:cNvPr>
          <p:cNvSpPr>
            <a:spLocks noGrp="1"/>
          </p:cNvSpPr>
          <p:nvPr>
            <p:ph type="dt" sz="half" idx="10"/>
          </p:nvPr>
        </p:nvSpPr>
        <p:spPr/>
        <p:txBody>
          <a:bodyPr/>
          <a:lstStyle/>
          <a:p>
            <a:fld id="{EAF96BD4-44F8-5649-86B4-13BED8752DA1}" type="datetimeFigureOut">
              <a:rPr lang="en-US" smtClean="0"/>
              <a:t>1/4/23</a:t>
            </a:fld>
            <a:endParaRPr lang="en-US"/>
          </a:p>
        </p:txBody>
      </p:sp>
      <p:sp>
        <p:nvSpPr>
          <p:cNvPr id="8" name="Footer Placeholder 7">
            <a:extLst>
              <a:ext uri="{FF2B5EF4-FFF2-40B4-BE49-F238E27FC236}">
                <a16:creationId xmlns:a16="http://schemas.microsoft.com/office/drawing/2014/main" id="{7CE74932-977B-CF4B-BEF8-AF4F0393C62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7C2F908-5497-B84F-B25B-3C81B206C85F}"/>
              </a:ext>
            </a:extLst>
          </p:cNvPr>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36759077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34802-EAE6-4442-B370-980AA0A5F42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9265A55-EE85-224B-B3D2-5903A2CA4B3C}"/>
              </a:ext>
            </a:extLst>
          </p:cNvPr>
          <p:cNvSpPr>
            <a:spLocks noGrp="1"/>
          </p:cNvSpPr>
          <p:nvPr>
            <p:ph type="dt" sz="half" idx="10"/>
          </p:nvPr>
        </p:nvSpPr>
        <p:spPr/>
        <p:txBody>
          <a:bodyPr/>
          <a:lstStyle/>
          <a:p>
            <a:fld id="{EAF96BD4-44F8-5649-86B4-13BED8752DA1}" type="datetimeFigureOut">
              <a:rPr lang="en-US" smtClean="0"/>
              <a:t>1/4/23</a:t>
            </a:fld>
            <a:endParaRPr lang="en-US"/>
          </a:p>
        </p:txBody>
      </p:sp>
      <p:sp>
        <p:nvSpPr>
          <p:cNvPr id="4" name="Footer Placeholder 3">
            <a:extLst>
              <a:ext uri="{FF2B5EF4-FFF2-40B4-BE49-F238E27FC236}">
                <a16:creationId xmlns:a16="http://schemas.microsoft.com/office/drawing/2014/main" id="{47758CE3-CABB-2047-8044-26B0AF0B61E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C0F0651-4132-6440-BCC6-BFB8605B5685}"/>
              </a:ext>
            </a:extLst>
          </p:cNvPr>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7816737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C5C4B0-6C0C-DC41-9DF1-ACA64EF0B34D}"/>
              </a:ext>
            </a:extLst>
          </p:cNvPr>
          <p:cNvSpPr>
            <a:spLocks noGrp="1"/>
          </p:cNvSpPr>
          <p:nvPr>
            <p:ph type="dt" sz="half" idx="10"/>
          </p:nvPr>
        </p:nvSpPr>
        <p:spPr/>
        <p:txBody>
          <a:bodyPr/>
          <a:lstStyle/>
          <a:p>
            <a:fld id="{EAF96BD4-44F8-5649-86B4-13BED8752DA1}" type="datetimeFigureOut">
              <a:rPr lang="en-US" smtClean="0"/>
              <a:t>1/4/23</a:t>
            </a:fld>
            <a:endParaRPr lang="en-US"/>
          </a:p>
        </p:txBody>
      </p:sp>
      <p:sp>
        <p:nvSpPr>
          <p:cNvPr id="3" name="Footer Placeholder 2">
            <a:extLst>
              <a:ext uri="{FF2B5EF4-FFF2-40B4-BE49-F238E27FC236}">
                <a16:creationId xmlns:a16="http://schemas.microsoft.com/office/drawing/2014/main" id="{39A0618B-5C62-6D4B-9CB9-62809969A4B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6C59AAC-F313-D547-944C-B7A8145274A6}"/>
              </a:ext>
            </a:extLst>
          </p:cNvPr>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2756545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F21D1-A781-A341-B54A-FE091AD5D978}"/>
              </a:ext>
            </a:extLst>
          </p:cNvPr>
          <p:cNvSpPr>
            <a:spLocks noGrp="1"/>
          </p:cNvSpPr>
          <p:nvPr>
            <p:ph type="title"/>
          </p:nvPr>
        </p:nvSpPr>
        <p:spPr>
          <a:xfrm>
            <a:off x="895774" y="650240"/>
            <a:ext cx="4194386" cy="2275840"/>
          </a:xfrm>
        </p:spPr>
        <p:txBody>
          <a:bodyPr anchor="b"/>
          <a:lstStyle>
            <a:lvl1pPr>
              <a:defRPr sz="3413"/>
            </a:lvl1pPr>
          </a:lstStyle>
          <a:p>
            <a:r>
              <a:rPr lang="en-US"/>
              <a:t>Click to edit Master title style</a:t>
            </a:r>
          </a:p>
        </p:txBody>
      </p:sp>
      <p:sp>
        <p:nvSpPr>
          <p:cNvPr id="3" name="Content Placeholder 2">
            <a:extLst>
              <a:ext uri="{FF2B5EF4-FFF2-40B4-BE49-F238E27FC236}">
                <a16:creationId xmlns:a16="http://schemas.microsoft.com/office/drawing/2014/main" id="{699AB86A-8C7C-FA43-8F61-F77209BB035B}"/>
              </a:ext>
            </a:extLst>
          </p:cNvPr>
          <p:cNvSpPr>
            <a:spLocks noGrp="1"/>
          </p:cNvSpPr>
          <p:nvPr>
            <p:ph idx="1"/>
          </p:nvPr>
        </p:nvSpPr>
        <p:spPr>
          <a:xfrm>
            <a:off x="5528734" y="1404338"/>
            <a:ext cx="6583680" cy="6931378"/>
          </a:xfrm>
        </p:spPr>
        <p:txBody>
          <a:bodyPr/>
          <a:lstStyle>
            <a:lvl1pPr>
              <a:defRPr sz="3413"/>
            </a:lvl1pPr>
            <a:lvl2pPr>
              <a:defRPr sz="2987"/>
            </a:lvl2pPr>
            <a:lvl3pPr>
              <a:defRPr sz="2560"/>
            </a:lvl3pPr>
            <a:lvl4pPr>
              <a:defRPr sz="2133"/>
            </a:lvl4pPr>
            <a:lvl5pPr>
              <a:defRPr sz="2133"/>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295A13E-7E5D-D543-A78C-B7A203558718}"/>
              </a:ext>
            </a:extLst>
          </p:cNvPr>
          <p:cNvSpPr>
            <a:spLocks noGrp="1"/>
          </p:cNvSpPr>
          <p:nvPr>
            <p:ph type="body" sz="half" idx="2"/>
          </p:nvPr>
        </p:nvSpPr>
        <p:spPr>
          <a:xfrm>
            <a:off x="895774" y="2926080"/>
            <a:ext cx="4194386" cy="5420925"/>
          </a:xfrm>
        </p:spPr>
        <p:txBody>
          <a:bodyPr/>
          <a:lstStyle>
            <a:lvl1pPr marL="0" indent="0">
              <a:buNone/>
              <a:defRPr sz="1707"/>
            </a:lvl1pPr>
            <a:lvl2pPr marL="487695" indent="0">
              <a:buNone/>
              <a:defRPr sz="1493"/>
            </a:lvl2pPr>
            <a:lvl3pPr marL="975390" indent="0">
              <a:buNone/>
              <a:defRPr sz="1280"/>
            </a:lvl3pPr>
            <a:lvl4pPr marL="1463086" indent="0">
              <a:buNone/>
              <a:defRPr sz="1067"/>
            </a:lvl4pPr>
            <a:lvl5pPr marL="1950781" indent="0">
              <a:buNone/>
              <a:defRPr sz="1067"/>
            </a:lvl5pPr>
            <a:lvl6pPr marL="2438476" indent="0">
              <a:buNone/>
              <a:defRPr sz="1067"/>
            </a:lvl6pPr>
            <a:lvl7pPr marL="2926171" indent="0">
              <a:buNone/>
              <a:defRPr sz="1067"/>
            </a:lvl7pPr>
            <a:lvl8pPr marL="3413867" indent="0">
              <a:buNone/>
              <a:defRPr sz="1067"/>
            </a:lvl8pPr>
            <a:lvl9pPr marL="3901562" indent="0">
              <a:buNone/>
              <a:defRPr sz="1067"/>
            </a:lvl9pPr>
          </a:lstStyle>
          <a:p>
            <a:pPr lvl="0"/>
            <a:r>
              <a:rPr lang="en-US"/>
              <a:t>Click to edit Master text styles</a:t>
            </a:r>
          </a:p>
        </p:txBody>
      </p:sp>
      <p:sp>
        <p:nvSpPr>
          <p:cNvPr id="5" name="Date Placeholder 4">
            <a:extLst>
              <a:ext uri="{FF2B5EF4-FFF2-40B4-BE49-F238E27FC236}">
                <a16:creationId xmlns:a16="http://schemas.microsoft.com/office/drawing/2014/main" id="{F629B61D-5C24-B943-B274-FD1B28291512}"/>
              </a:ext>
            </a:extLst>
          </p:cNvPr>
          <p:cNvSpPr>
            <a:spLocks noGrp="1"/>
          </p:cNvSpPr>
          <p:nvPr>
            <p:ph type="dt" sz="half" idx="10"/>
          </p:nvPr>
        </p:nvSpPr>
        <p:spPr/>
        <p:txBody>
          <a:bodyPr/>
          <a:lstStyle/>
          <a:p>
            <a:fld id="{EAF96BD4-44F8-5649-86B4-13BED8752DA1}" type="datetimeFigureOut">
              <a:rPr lang="en-US" smtClean="0"/>
              <a:t>1/4/23</a:t>
            </a:fld>
            <a:endParaRPr lang="en-US"/>
          </a:p>
        </p:txBody>
      </p:sp>
      <p:sp>
        <p:nvSpPr>
          <p:cNvPr id="6" name="Footer Placeholder 5">
            <a:extLst>
              <a:ext uri="{FF2B5EF4-FFF2-40B4-BE49-F238E27FC236}">
                <a16:creationId xmlns:a16="http://schemas.microsoft.com/office/drawing/2014/main" id="{76CB2C38-66EF-C745-BF97-F8CDA7F2B6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62209F-04AE-9C4B-B3EC-9D66CC0FFEEC}"/>
              </a:ext>
            </a:extLst>
          </p:cNvPr>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39622795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EEAB4-0250-FE40-96F2-419C2A9450BB}"/>
              </a:ext>
            </a:extLst>
          </p:cNvPr>
          <p:cNvSpPr>
            <a:spLocks noGrp="1"/>
          </p:cNvSpPr>
          <p:nvPr>
            <p:ph type="title"/>
          </p:nvPr>
        </p:nvSpPr>
        <p:spPr>
          <a:xfrm>
            <a:off x="895774" y="650240"/>
            <a:ext cx="4194386" cy="2275840"/>
          </a:xfrm>
        </p:spPr>
        <p:txBody>
          <a:bodyPr anchor="b"/>
          <a:lstStyle>
            <a:lvl1pPr>
              <a:defRPr sz="3413"/>
            </a:lvl1pPr>
          </a:lstStyle>
          <a:p>
            <a:r>
              <a:rPr lang="en-US"/>
              <a:t>Click to edit Master title style</a:t>
            </a:r>
          </a:p>
        </p:txBody>
      </p:sp>
      <p:sp>
        <p:nvSpPr>
          <p:cNvPr id="3" name="Picture Placeholder 2">
            <a:extLst>
              <a:ext uri="{FF2B5EF4-FFF2-40B4-BE49-F238E27FC236}">
                <a16:creationId xmlns:a16="http://schemas.microsoft.com/office/drawing/2014/main" id="{F0D44F6A-53AD-1341-B691-D3C9BE9B0A2E}"/>
              </a:ext>
            </a:extLst>
          </p:cNvPr>
          <p:cNvSpPr>
            <a:spLocks noGrp="1"/>
          </p:cNvSpPr>
          <p:nvPr>
            <p:ph type="pic" idx="1"/>
          </p:nvPr>
        </p:nvSpPr>
        <p:spPr>
          <a:xfrm>
            <a:off x="5528734" y="1404338"/>
            <a:ext cx="6583680" cy="6931378"/>
          </a:xfrm>
        </p:spPr>
        <p:txBody>
          <a:bodyPr/>
          <a:lstStyle>
            <a:lvl1pPr marL="0" indent="0">
              <a:buNone/>
              <a:defRPr sz="3413"/>
            </a:lvl1pPr>
            <a:lvl2pPr marL="487695" indent="0">
              <a:buNone/>
              <a:defRPr sz="2987"/>
            </a:lvl2pPr>
            <a:lvl3pPr marL="975390" indent="0">
              <a:buNone/>
              <a:defRPr sz="2560"/>
            </a:lvl3pPr>
            <a:lvl4pPr marL="1463086" indent="0">
              <a:buNone/>
              <a:defRPr sz="2133"/>
            </a:lvl4pPr>
            <a:lvl5pPr marL="1950781" indent="0">
              <a:buNone/>
              <a:defRPr sz="2133"/>
            </a:lvl5pPr>
            <a:lvl6pPr marL="2438476" indent="0">
              <a:buNone/>
              <a:defRPr sz="2133"/>
            </a:lvl6pPr>
            <a:lvl7pPr marL="2926171" indent="0">
              <a:buNone/>
              <a:defRPr sz="2133"/>
            </a:lvl7pPr>
            <a:lvl8pPr marL="3413867" indent="0">
              <a:buNone/>
              <a:defRPr sz="2133"/>
            </a:lvl8pPr>
            <a:lvl9pPr marL="3901562" indent="0">
              <a:buNone/>
              <a:defRPr sz="2133"/>
            </a:lvl9pPr>
          </a:lstStyle>
          <a:p>
            <a:endParaRPr lang="en-US"/>
          </a:p>
        </p:txBody>
      </p:sp>
      <p:sp>
        <p:nvSpPr>
          <p:cNvPr id="4" name="Text Placeholder 3">
            <a:extLst>
              <a:ext uri="{FF2B5EF4-FFF2-40B4-BE49-F238E27FC236}">
                <a16:creationId xmlns:a16="http://schemas.microsoft.com/office/drawing/2014/main" id="{0809534F-2F01-6F47-8C88-7F26F3A31853}"/>
              </a:ext>
            </a:extLst>
          </p:cNvPr>
          <p:cNvSpPr>
            <a:spLocks noGrp="1"/>
          </p:cNvSpPr>
          <p:nvPr>
            <p:ph type="body" sz="half" idx="2"/>
          </p:nvPr>
        </p:nvSpPr>
        <p:spPr>
          <a:xfrm>
            <a:off x="895774" y="2926080"/>
            <a:ext cx="4194386" cy="5420925"/>
          </a:xfrm>
        </p:spPr>
        <p:txBody>
          <a:bodyPr/>
          <a:lstStyle>
            <a:lvl1pPr marL="0" indent="0">
              <a:buNone/>
              <a:defRPr sz="1707"/>
            </a:lvl1pPr>
            <a:lvl2pPr marL="487695" indent="0">
              <a:buNone/>
              <a:defRPr sz="1493"/>
            </a:lvl2pPr>
            <a:lvl3pPr marL="975390" indent="0">
              <a:buNone/>
              <a:defRPr sz="1280"/>
            </a:lvl3pPr>
            <a:lvl4pPr marL="1463086" indent="0">
              <a:buNone/>
              <a:defRPr sz="1067"/>
            </a:lvl4pPr>
            <a:lvl5pPr marL="1950781" indent="0">
              <a:buNone/>
              <a:defRPr sz="1067"/>
            </a:lvl5pPr>
            <a:lvl6pPr marL="2438476" indent="0">
              <a:buNone/>
              <a:defRPr sz="1067"/>
            </a:lvl6pPr>
            <a:lvl7pPr marL="2926171" indent="0">
              <a:buNone/>
              <a:defRPr sz="1067"/>
            </a:lvl7pPr>
            <a:lvl8pPr marL="3413867" indent="0">
              <a:buNone/>
              <a:defRPr sz="1067"/>
            </a:lvl8pPr>
            <a:lvl9pPr marL="3901562" indent="0">
              <a:buNone/>
              <a:defRPr sz="1067"/>
            </a:lvl9pPr>
          </a:lstStyle>
          <a:p>
            <a:pPr lvl="0"/>
            <a:r>
              <a:rPr lang="en-US"/>
              <a:t>Click to edit Master text styles</a:t>
            </a:r>
          </a:p>
        </p:txBody>
      </p:sp>
      <p:sp>
        <p:nvSpPr>
          <p:cNvPr id="5" name="Date Placeholder 4">
            <a:extLst>
              <a:ext uri="{FF2B5EF4-FFF2-40B4-BE49-F238E27FC236}">
                <a16:creationId xmlns:a16="http://schemas.microsoft.com/office/drawing/2014/main" id="{70878C21-FD80-004C-BBD4-2BBC0FD4AB73}"/>
              </a:ext>
            </a:extLst>
          </p:cNvPr>
          <p:cNvSpPr>
            <a:spLocks noGrp="1"/>
          </p:cNvSpPr>
          <p:nvPr>
            <p:ph type="dt" sz="half" idx="10"/>
          </p:nvPr>
        </p:nvSpPr>
        <p:spPr/>
        <p:txBody>
          <a:bodyPr/>
          <a:lstStyle/>
          <a:p>
            <a:fld id="{EAF96BD4-44F8-5649-86B4-13BED8752DA1}" type="datetimeFigureOut">
              <a:rPr lang="en-US" smtClean="0"/>
              <a:t>1/4/23</a:t>
            </a:fld>
            <a:endParaRPr lang="en-US"/>
          </a:p>
        </p:txBody>
      </p:sp>
      <p:sp>
        <p:nvSpPr>
          <p:cNvPr id="6" name="Footer Placeholder 5">
            <a:extLst>
              <a:ext uri="{FF2B5EF4-FFF2-40B4-BE49-F238E27FC236}">
                <a16:creationId xmlns:a16="http://schemas.microsoft.com/office/drawing/2014/main" id="{2F36D1C6-80DE-7149-9FD4-225BF0EA65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96F1F1-43F5-2D4C-9986-4362B5E11C03}"/>
              </a:ext>
            </a:extLst>
          </p:cNvPr>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1560429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159B0-4EF7-FA4F-953E-C2799C196F9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C9D9FD3-EDB4-E64C-8CE7-4245144B296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48C7C9-0693-6C41-A50B-7C436AE9343C}"/>
              </a:ext>
            </a:extLst>
          </p:cNvPr>
          <p:cNvSpPr>
            <a:spLocks noGrp="1"/>
          </p:cNvSpPr>
          <p:nvPr>
            <p:ph type="dt" sz="half" idx="10"/>
          </p:nvPr>
        </p:nvSpPr>
        <p:spPr/>
        <p:txBody>
          <a:bodyPr/>
          <a:lstStyle/>
          <a:p>
            <a:fld id="{EAF96BD4-44F8-5649-86B4-13BED8752DA1}" type="datetimeFigureOut">
              <a:rPr lang="en-US" smtClean="0"/>
              <a:t>1/4/23</a:t>
            </a:fld>
            <a:endParaRPr lang="en-US"/>
          </a:p>
        </p:txBody>
      </p:sp>
      <p:sp>
        <p:nvSpPr>
          <p:cNvPr id="5" name="Footer Placeholder 4">
            <a:extLst>
              <a:ext uri="{FF2B5EF4-FFF2-40B4-BE49-F238E27FC236}">
                <a16:creationId xmlns:a16="http://schemas.microsoft.com/office/drawing/2014/main" id="{E7C12255-03F7-0B4C-87C0-78E04C6203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5B58E0-CEB6-9F4E-A4C7-6CAEB60388A7}"/>
              </a:ext>
            </a:extLst>
          </p:cNvPr>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32199577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260C49-2C02-0B45-9A0C-D6B1CC830A56}"/>
              </a:ext>
            </a:extLst>
          </p:cNvPr>
          <p:cNvSpPr>
            <a:spLocks noGrp="1"/>
          </p:cNvSpPr>
          <p:nvPr>
            <p:ph type="title" orient="vert"/>
          </p:nvPr>
        </p:nvSpPr>
        <p:spPr>
          <a:xfrm>
            <a:off x="9306560" y="519289"/>
            <a:ext cx="2804160" cy="8265725"/>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B1DC771-CD11-1042-B2EB-A603D22B5801}"/>
              </a:ext>
            </a:extLst>
          </p:cNvPr>
          <p:cNvSpPr>
            <a:spLocks noGrp="1"/>
          </p:cNvSpPr>
          <p:nvPr>
            <p:ph type="body" orient="vert" idx="1"/>
          </p:nvPr>
        </p:nvSpPr>
        <p:spPr>
          <a:xfrm>
            <a:off x="894080" y="519289"/>
            <a:ext cx="8249920" cy="82657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C206DD-7C41-C742-8A0C-CF028B831EBE}"/>
              </a:ext>
            </a:extLst>
          </p:cNvPr>
          <p:cNvSpPr>
            <a:spLocks noGrp="1"/>
          </p:cNvSpPr>
          <p:nvPr>
            <p:ph type="dt" sz="half" idx="10"/>
          </p:nvPr>
        </p:nvSpPr>
        <p:spPr/>
        <p:txBody>
          <a:bodyPr/>
          <a:lstStyle/>
          <a:p>
            <a:fld id="{EAF96BD4-44F8-5649-86B4-13BED8752DA1}" type="datetimeFigureOut">
              <a:rPr lang="en-US" smtClean="0"/>
              <a:t>1/4/23</a:t>
            </a:fld>
            <a:endParaRPr lang="en-US"/>
          </a:p>
        </p:txBody>
      </p:sp>
      <p:sp>
        <p:nvSpPr>
          <p:cNvPr id="5" name="Footer Placeholder 4">
            <a:extLst>
              <a:ext uri="{FF2B5EF4-FFF2-40B4-BE49-F238E27FC236}">
                <a16:creationId xmlns:a16="http://schemas.microsoft.com/office/drawing/2014/main" id="{C2ED6009-40BF-6F44-B6ED-9F44080AD1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E0F27B-419F-A942-BC57-C2D78AF6483D}"/>
              </a:ext>
            </a:extLst>
          </p:cNvPr>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1477020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64" name="Title Text"/>
          <p:cNvSpPr txBox="1">
            <a:spLocks noGrp="1"/>
          </p:cNvSpPr>
          <p:nvPr>
            <p:ph type="title"/>
          </p:nvPr>
        </p:nvSpPr>
        <p:spPr>
          <a:prstGeom prst="rect">
            <a:avLst/>
          </a:prstGeom>
        </p:spPr>
        <p:txBody>
          <a:bodyPr/>
          <a:lstStyle>
            <a:lvl1pPr>
              <a:defRPr>
                <a:solidFill>
                  <a:srgbClr val="2D544A"/>
                </a:solidFill>
              </a:defRPr>
            </a:lvl1pPr>
          </a:lstStyle>
          <a:p>
            <a:r>
              <a:t>Title Text</a:t>
            </a:r>
          </a:p>
        </p:txBody>
      </p:sp>
      <p:sp>
        <p:nvSpPr>
          <p:cNvPr id="65" name="Body Level One…"/>
          <p:cNvSpPr txBox="1">
            <a:spLocks noGrp="1"/>
          </p:cNvSpPr>
          <p:nvPr>
            <p:ph type="body" idx="1"/>
          </p:nvPr>
        </p:nvSpPr>
        <p:spPr>
          <a:xfrm>
            <a:off x="1270000" y="2768600"/>
            <a:ext cx="10464800" cy="5715000"/>
          </a:xfrm>
          <a:prstGeom prst="rect">
            <a:avLst/>
          </a:prstGeom>
        </p:spPr>
        <p:txBody>
          <a:bodyPr/>
          <a:lstStyle>
            <a:lvl1pPr>
              <a:buBlip>
                <a:blip r:embed="rId2"/>
              </a:buBlip>
              <a:defRPr>
                <a:solidFill>
                  <a:srgbClr val="5E5E5E"/>
                </a:solidFill>
              </a:defRPr>
            </a:lvl1pPr>
            <a:lvl2pPr>
              <a:buBlip>
                <a:blip r:embed="rId2"/>
              </a:buBlip>
              <a:defRPr>
                <a:solidFill>
                  <a:srgbClr val="5E5E5E"/>
                </a:solidFill>
              </a:defRPr>
            </a:lvl2pPr>
            <a:lvl3pPr>
              <a:buBlip>
                <a:blip r:embed="rId2"/>
              </a:buBlip>
              <a:defRPr>
                <a:solidFill>
                  <a:srgbClr val="5E5E5E"/>
                </a:solidFill>
              </a:defRPr>
            </a:lvl3pPr>
            <a:lvl4pPr>
              <a:buBlip>
                <a:blip r:embed="rId2"/>
              </a:buBlip>
              <a:defRPr>
                <a:solidFill>
                  <a:srgbClr val="5E5E5E"/>
                </a:solidFill>
              </a:defRPr>
            </a:lvl4pPr>
            <a:lvl5pPr>
              <a:buBlip>
                <a:blip r:embed="rId2"/>
              </a:buBlip>
              <a:defRPr>
                <a:solidFill>
                  <a:srgbClr val="5E5E5E"/>
                </a:solidFill>
              </a:defRPr>
            </a:lvl5pPr>
          </a:lstStyle>
          <a:p>
            <a:r>
              <a:t>Body Level One</a:t>
            </a:r>
          </a:p>
          <a:p>
            <a:pPr lvl="1"/>
            <a:r>
              <a:t>Body Level Two</a:t>
            </a:r>
          </a:p>
          <a:p>
            <a:pPr lvl="2"/>
            <a:r>
              <a:t>Body Level Three</a:t>
            </a:r>
          </a:p>
          <a:p>
            <a:pPr lvl="3"/>
            <a:r>
              <a:t>Body Level Four</a:t>
            </a:r>
          </a:p>
          <a:p>
            <a:pPr lvl="4"/>
            <a:r>
              <a:t>Body Level Five</a:t>
            </a:r>
          </a:p>
        </p:txBody>
      </p:sp>
      <p:sp>
        <p:nvSpPr>
          <p:cNvPr id="6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64085447"/>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107" name="“Type a quote here.”"/>
          <p:cNvSpPr txBox="1">
            <a:spLocks noGrp="1"/>
          </p:cNvSpPr>
          <p:nvPr>
            <p:ph type="body" sz="quarter" idx="13"/>
          </p:nvPr>
        </p:nvSpPr>
        <p:spPr>
          <a:xfrm>
            <a:off x="1270000" y="4279900"/>
            <a:ext cx="10464800" cy="660400"/>
          </a:xfrm>
          <a:prstGeom prst="rect">
            <a:avLst/>
          </a:prstGeom>
        </p:spPr>
        <p:txBody>
          <a:bodyPr>
            <a:spAutoFit/>
          </a:bodyPr>
          <a:lstStyle>
            <a:lvl1pPr marL="0" indent="0" algn="ctr">
              <a:spcBef>
                <a:spcPts val="0"/>
              </a:spcBef>
              <a:buSzTx/>
              <a:buNone/>
              <a:defRPr sz="4000">
                <a:solidFill>
                  <a:srgbClr val="45A7DE"/>
                </a:solidFill>
              </a:defRPr>
            </a:lvl1pPr>
          </a:lstStyle>
          <a:p>
            <a:r>
              <a:t>“Type a quote here.”</a:t>
            </a:r>
          </a:p>
        </p:txBody>
      </p:sp>
      <p:sp>
        <p:nvSpPr>
          <p:cNvPr id="108" name="–Johnny Appleseed"/>
          <p:cNvSpPr txBox="1">
            <a:spLocks noGrp="1"/>
          </p:cNvSpPr>
          <p:nvPr>
            <p:ph type="body" sz="quarter" idx="14"/>
          </p:nvPr>
        </p:nvSpPr>
        <p:spPr>
          <a:xfrm>
            <a:off x="1270000" y="6362700"/>
            <a:ext cx="10464800" cy="596900"/>
          </a:xfrm>
          <a:prstGeom prst="rect">
            <a:avLst/>
          </a:prstGeom>
        </p:spPr>
        <p:txBody>
          <a:bodyPr anchor="t">
            <a:spAutoFit/>
          </a:bodyPr>
          <a:lstStyle>
            <a:lvl1pPr marL="0" indent="0" algn="ctr">
              <a:spcBef>
                <a:spcPts val="0"/>
              </a:spcBef>
              <a:buSzTx/>
              <a:buNone/>
              <a:defRPr sz="3600"/>
            </a:lvl1pPr>
          </a:lstStyle>
          <a:p>
            <a:r>
              <a:t>–Johnny Appleseed</a:t>
            </a:r>
          </a:p>
        </p:txBody>
      </p:sp>
      <p:sp>
        <p:nvSpPr>
          <p:cNvPr id="10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185761220"/>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E9C43F-EF88-E84D-92B7-B97BC453585B}"/>
              </a:ext>
            </a:extLst>
          </p:cNvPr>
          <p:cNvSpPr>
            <a:spLocks noGrp="1"/>
          </p:cNvSpPr>
          <p:nvPr>
            <p:ph type="title"/>
          </p:nvPr>
        </p:nvSpPr>
        <p:spPr>
          <a:xfrm>
            <a:off x="894080" y="519290"/>
            <a:ext cx="11216640" cy="188524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19B229E-9187-7841-BB75-A38CD17DD04A}"/>
              </a:ext>
            </a:extLst>
          </p:cNvPr>
          <p:cNvSpPr>
            <a:spLocks noGrp="1"/>
          </p:cNvSpPr>
          <p:nvPr>
            <p:ph type="body" idx="1"/>
          </p:nvPr>
        </p:nvSpPr>
        <p:spPr>
          <a:xfrm>
            <a:off x="894080" y="2596444"/>
            <a:ext cx="11216640" cy="618857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DEE26D-C045-3D4C-B87E-7199FC69A529}"/>
              </a:ext>
            </a:extLst>
          </p:cNvPr>
          <p:cNvSpPr>
            <a:spLocks noGrp="1"/>
          </p:cNvSpPr>
          <p:nvPr>
            <p:ph type="dt" sz="half" idx="2"/>
          </p:nvPr>
        </p:nvSpPr>
        <p:spPr>
          <a:xfrm>
            <a:off x="894080" y="9040143"/>
            <a:ext cx="2926080" cy="519289"/>
          </a:xfrm>
          <a:prstGeom prst="rect">
            <a:avLst/>
          </a:prstGeom>
        </p:spPr>
        <p:txBody>
          <a:bodyPr vert="horz" lIns="91440" tIns="45720" rIns="91440" bIns="45720" rtlCol="0" anchor="ctr"/>
          <a:lstStyle>
            <a:lvl1pPr algn="l">
              <a:defRPr sz="1280" b="0" i="0">
                <a:solidFill>
                  <a:schemeClr val="tx1">
                    <a:tint val="75000"/>
                  </a:schemeClr>
                </a:solidFill>
                <a:latin typeface="Arial" panose="020B0604020202020204" pitchFamily="34" charset="0"/>
              </a:defRPr>
            </a:lvl1pPr>
          </a:lstStyle>
          <a:p>
            <a:fld id="{EAF96BD4-44F8-5649-86B4-13BED8752DA1}" type="datetimeFigureOut">
              <a:rPr lang="en-US" smtClean="0"/>
              <a:pPr/>
              <a:t>1/4/23</a:t>
            </a:fld>
            <a:endParaRPr lang="en-US"/>
          </a:p>
        </p:txBody>
      </p:sp>
      <p:sp>
        <p:nvSpPr>
          <p:cNvPr id="5" name="Footer Placeholder 4">
            <a:extLst>
              <a:ext uri="{FF2B5EF4-FFF2-40B4-BE49-F238E27FC236}">
                <a16:creationId xmlns:a16="http://schemas.microsoft.com/office/drawing/2014/main" id="{20D0296A-07E3-8E4C-9D2B-9FA70087E2DF}"/>
              </a:ext>
            </a:extLst>
          </p:cNvPr>
          <p:cNvSpPr>
            <a:spLocks noGrp="1"/>
          </p:cNvSpPr>
          <p:nvPr>
            <p:ph type="ftr" sz="quarter" idx="3"/>
          </p:nvPr>
        </p:nvSpPr>
        <p:spPr>
          <a:xfrm>
            <a:off x="4307840" y="9040143"/>
            <a:ext cx="4389120" cy="519289"/>
          </a:xfrm>
          <a:prstGeom prst="rect">
            <a:avLst/>
          </a:prstGeom>
        </p:spPr>
        <p:txBody>
          <a:bodyPr vert="horz" lIns="91440" tIns="45720" rIns="91440" bIns="45720" rtlCol="0" anchor="ctr"/>
          <a:lstStyle>
            <a:lvl1pPr algn="ctr">
              <a:defRPr sz="1280" b="0" i="0">
                <a:solidFill>
                  <a:schemeClr val="tx1">
                    <a:tint val="75000"/>
                  </a:schemeClr>
                </a:solidFill>
                <a:latin typeface="Arial" panose="020B0604020202020204" pitchFamily="34" charset="0"/>
              </a:defRPr>
            </a:lvl1pPr>
          </a:lstStyle>
          <a:p>
            <a:endParaRPr lang="en-US"/>
          </a:p>
        </p:txBody>
      </p:sp>
      <p:sp>
        <p:nvSpPr>
          <p:cNvPr id="6" name="Slide Number Placeholder 5">
            <a:extLst>
              <a:ext uri="{FF2B5EF4-FFF2-40B4-BE49-F238E27FC236}">
                <a16:creationId xmlns:a16="http://schemas.microsoft.com/office/drawing/2014/main" id="{7F5754DE-DC9F-A043-AD93-C8A26F193FAE}"/>
              </a:ext>
            </a:extLst>
          </p:cNvPr>
          <p:cNvSpPr>
            <a:spLocks noGrp="1"/>
          </p:cNvSpPr>
          <p:nvPr>
            <p:ph type="sldNum" sz="quarter" idx="4"/>
          </p:nvPr>
        </p:nvSpPr>
        <p:spPr>
          <a:xfrm>
            <a:off x="9184640" y="9040143"/>
            <a:ext cx="2926080" cy="519289"/>
          </a:xfrm>
          <a:prstGeom prst="rect">
            <a:avLst/>
          </a:prstGeom>
        </p:spPr>
        <p:txBody>
          <a:bodyPr vert="horz" lIns="91440" tIns="45720" rIns="91440" bIns="45720" rtlCol="0" anchor="ctr"/>
          <a:lstStyle>
            <a:lvl1pPr algn="r">
              <a:defRPr sz="1280" b="0" i="0">
                <a:solidFill>
                  <a:schemeClr val="tx1">
                    <a:tint val="75000"/>
                  </a:schemeClr>
                </a:solidFill>
                <a:latin typeface="Arial" panose="020B0604020202020204" pitchFamily="34" charset="0"/>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081217155"/>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 id="2147483729" r:id="rId12"/>
    <p:sldLayoutId id="2147483730" r:id="rId13"/>
  </p:sldLayoutIdLst>
  <p:txStyles>
    <p:titleStyle>
      <a:lvl1pPr algn="l" defTabSz="975390" rtl="0" eaLnBrk="1" latinLnBrk="0" hangingPunct="1">
        <a:lnSpc>
          <a:spcPct val="90000"/>
        </a:lnSpc>
        <a:spcBef>
          <a:spcPct val="0"/>
        </a:spcBef>
        <a:buNone/>
        <a:defRPr sz="4693" b="0" i="0" kern="1200">
          <a:solidFill>
            <a:schemeClr val="tx1"/>
          </a:solidFill>
          <a:latin typeface="Avenir Book" panose="02000503020000020003" pitchFamily="2" charset="0"/>
          <a:ea typeface="+mj-ea"/>
          <a:cs typeface="+mj-cs"/>
        </a:defRPr>
      </a:lvl1pPr>
    </p:titleStyle>
    <p:bodyStyle>
      <a:lvl1pPr marL="243848" indent="-243848" algn="l" defTabSz="975390" rtl="0" eaLnBrk="1" latinLnBrk="0" hangingPunct="1">
        <a:lnSpc>
          <a:spcPct val="90000"/>
        </a:lnSpc>
        <a:spcBef>
          <a:spcPts val="1067"/>
        </a:spcBef>
        <a:buFont typeface="Arial" panose="020B0604020202020204" pitchFamily="34" charset="0"/>
        <a:buChar char="•"/>
        <a:defRPr sz="2987" b="0" i="0" kern="1200">
          <a:solidFill>
            <a:schemeClr val="tx1"/>
          </a:solidFill>
          <a:latin typeface="Arial" panose="020B0604020202020204" pitchFamily="34" charset="0"/>
          <a:ea typeface="+mn-ea"/>
          <a:cs typeface="+mn-cs"/>
        </a:defRPr>
      </a:lvl1pPr>
      <a:lvl2pPr marL="731543" indent="-243848" algn="l" defTabSz="975390" rtl="0" eaLnBrk="1" latinLnBrk="0" hangingPunct="1">
        <a:lnSpc>
          <a:spcPct val="90000"/>
        </a:lnSpc>
        <a:spcBef>
          <a:spcPts val="533"/>
        </a:spcBef>
        <a:buFont typeface="Arial" panose="020B0604020202020204" pitchFamily="34" charset="0"/>
        <a:buChar char="•"/>
        <a:defRPr sz="2560" b="0" i="0" kern="1200">
          <a:solidFill>
            <a:schemeClr val="tx1"/>
          </a:solidFill>
          <a:latin typeface="Arial" panose="020B0604020202020204" pitchFamily="34" charset="0"/>
          <a:ea typeface="+mn-ea"/>
          <a:cs typeface="+mn-cs"/>
        </a:defRPr>
      </a:lvl2pPr>
      <a:lvl3pPr marL="1219238" indent="-243848" algn="l" defTabSz="975390" rtl="0" eaLnBrk="1" latinLnBrk="0" hangingPunct="1">
        <a:lnSpc>
          <a:spcPct val="90000"/>
        </a:lnSpc>
        <a:spcBef>
          <a:spcPts val="533"/>
        </a:spcBef>
        <a:buFont typeface="Arial" panose="020B0604020202020204" pitchFamily="34" charset="0"/>
        <a:buChar char="•"/>
        <a:defRPr sz="2133" b="0" i="0" kern="1200">
          <a:solidFill>
            <a:schemeClr val="tx1"/>
          </a:solidFill>
          <a:latin typeface="Arial" panose="020B0604020202020204" pitchFamily="34" charset="0"/>
          <a:ea typeface="+mn-ea"/>
          <a:cs typeface="+mn-cs"/>
        </a:defRPr>
      </a:lvl3pPr>
      <a:lvl4pPr marL="1706933" indent="-243848" algn="l" defTabSz="975390" rtl="0" eaLnBrk="1" latinLnBrk="0" hangingPunct="1">
        <a:lnSpc>
          <a:spcPct val="90000"/>
        </a:lnSpc>
        <a:spcBef>
          <a:spcPts val="533"/>
        </a:spcBef>
        <a:buFont typeface="Arial" panose="020B0604020202020204" pitchFamily="34" charset="0"/>
        <a:buChar char="•"/>
        <a:defRPr sz="1920" b="0" i="0" kern="1200">
          <a:solidFill>
            <a:schemeClr val="tx1"/>
          </a:solidFill>
          <a:latin typeface="Arial" panose="020B0604020202020204" pitchFamily="34" charset="0"/>
          <a:ea typeface="+mn-ea"/>
          <a:cs typeface="+mn-cs"/>
        </a:defRPr>
      </a:lvl4pPr>
      <a:lvl5pPr marL="2194629" indent="-243848" algn="l" defTabSz="975390" rtl="0" eaLnBrk="1" latinLnBrk="0" hangingPunct="1">
        <a:lnSpc>
          <a:spcPct val="90000"/>
        </a:lnSpc>
        <a:spcBef>
          <a:spcPts val="533"/>
        </a:spcBef>
        <a:buFont typeface="Arial" panose="020B0604020202020204" pitchFamily="34" charset="0"/>
        <a:buChar char="•"/>
        <a:defRPr sz="1920" b="0" i="0" kern="1200">
          <a:solidFill>
            <a:schemeClr val="tx1"/>
          </a:solidFill>
          <a:latin typeface="Arial" panose="020B0604020202020204" pitchFamily="34" charset="0"/>
          <a:ea typeface="+mn-ea"/>
          <a:cs typeface="+mn-cs"/>
        </a:defRPr>
      </a:lvl5pPr>
      <a:lvl6pPr marL="2682324"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6pPr>
      <a:lvl7pPr marL="3170019"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7pPr>
      <a:lvl8pPr marL="3657714"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8pPr>
      <a:lvl9pPr marL="4145410"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9pPr>
    </p:bodyStyle>
    <p:otherStyle>
      <a:defPPr>
        <a:defRPr lang="en-US"/>
      </a:defPPr>
      <a:lvl1pPr marL="0" algn="l" defTabSz="975390" rtl="0" eaLnBrk="1" latinLnBrk="0" hangingPunct="1">
        <a:defRPr sz="1920" kern="1200">
          <a:solidFill>
            <a:schemeClr val="tx1"/>
          </a:solidFill>
          <a:latin typeface="+mn-lt"/>
          <a:ea typeface="+mn-ea"/>
          <a:cs typeface="+mn-cs"/>
        </a:defRPr>
      </a:lvl1pPr>
      <a:lvl2pPr marL="487695" algn="l" defTabSz="975390" rtl="0" eaLnBrk="1" latinLnBrk="0" hangingPunct="1">
        <a:defRPr sz="1920" kern="1200">
          <a:solidFill>
            <a:schemeClr val="tx1"/>
          </a:solidFill>
          <a:latin typeface="+mn-lt"/>
          <a:ea typeface="+mn-ea"/>
          <a:cs typeface="+mn-cs"/>
        </a:defRPr>
      </a:lvl2pPr>
      <a:lvl3pPr marL="975390" algn="l" defTabSz="975390" rtl="0" eaLnBrk="1" latinLnBrk="0" hangingPunct="1">
        <a:defRPr sz="1920" kern="1200">
          <a:solidFill>
            <a:schemeClr val="tx1"/>
          </a:solidFill>
          <a:latin typeface="+mn-lt"/>
          <a:ea typeface="+mn-ea"/>
          <a:cs typeface="+mn-cs"/>
        </a:defRPr>
      </a:lvl3pPr>
      <a:lvl4pPr marL="1463086" algn="l" defTabSz="975390" rtl="0" eaLnBrk="1" latinLnBrk="0" hangingPunct="1">
        <a:defRPr sz="1920" kern="1200">
          <a:solidFill>
            <a:schemeClr val="tx1"/>
          </a:solidFill>
          <a:latin typeface="+mn-lt"/>
          <a:ea typeface="+mn-ea"/>
          <a:cs typeface="+mn-cs"/>
        </a:defRPr>
      </a:lvl4pPr>
      <a:lvl5pPr marL="1950781" algn="l" defTabSz="975390" rtl="0" eaLnBrk="1" latinLnBrk="0" hangingPunct="1">
        <a:defRPr sz="1920" kern="1200">
          <a:solidFill>
            <a:schemeClr val="tx1"/>
          </a:solidFill>
          <a:latin typeface="+mn-lt"/>
          <a:ea typeface="+mn-ea"/>
          <a:cs typeface="+mn-cs"/>
        </a:defRPr>
      </a:lvl5pPr>
      <a:lvl6pPr marL="2438476" algn="l" defTabSz="975390" rtl="0" eaLnBrk="1" latinLnBrk="0" hangingPunct="1">
        <a:defRPr sz="1920" kern="1200">
          <a:solidFill>
            <a:schemeClr val="tx1"/>
          </a:solidFill>
          <a:latin typeface="+mn-lt"/>
          <a:ea typeface="+mn-ea"/>
          <a:cs typeface="+mn-cs"/>
        </a:defRPr>
      </a:lvl6pPr>
      <a:lvl7pPr marL="2926171" algn="l" defTabSz="975390" rtl="0" eaLnBrk="1" latinLnBrk="0" hangingPunct="1">
        <a:defRPr sz="1920" kern="1200">
          <a:solidFill>
            <a:schemeClr val="tx1"/>
          </a:solidFill>
          <a:latin typeface="+mn-lt"/>
          <a:ea typeface="+mn-ea"/>
          <a:cs typeface="+mn-cs"/>
        </a:defRPr>
      </a:lvl7pPr>
      <a:lvl8pPr marL="3413867" algn="l" defTabSz="975390" rtl="0" eaLnBrk="1" latinLnBrk="0" hangingPunct="1">
        <a:defRPr sz="1920" kern="1200">
          <a:solidFill>
            <a:schemeClr val="tx1"/>
          </a:solidFill>
          <a:latin typeface="+mn-lt"/>
          <a:ea typeface="+mn-ea"/>
          <a:cs typeface="+mn-cs"/>
        </a:defRPr>
      </a:lvl8pPr>
      <a:lvl9pPr marL="3901562" algn="l" defTabSz="975390" rtl="0" eaLnBrk="1" latinLnBrk="0" hangingPunct="1">
        <a:defRPr sz="19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7.tif"/><Relationship Id="rId2" Type="http://schemas.openxmlformats.org/officeDocument/2006/relationships/image" Target="../media/image6.png"/><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hyperlink" Target="https://msu-cmse-courses.github.io/cmse201-F22-jb/intro.html" TargetMode="External"/><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33" name="Image" descr="Image"/>
          <p:cNvPicPr>
            <a:picLocks noChangeAspect="1"/>
          </p:cNvPicPr>
          <p:nvPr/>
        </p:nvPicPr>
        <p:blipFill>
          <a:blip r:embed="rId3">
            <a:alphaModFix amt="18000"/>
          </a:blip>
          <a:srcRect t="724"/>
          <a:stretch>
            <a:fillRect/>
          </a:stretch>
        </p:blipFill>
        <p:spPr>
          <a:xfrm>
            <a:off x="-690845" y="731964"/>
            <a:ext cx="14135794" cy="7885943"/>
          </a:xfrm>
          <a:custGeom>
            <a:avLst/>
            <a:gdLst/>
            <a:ahLst/>
            <a:cxnLst>
              <a:cxn ang="0">
                <a:pos x="wd2" y="hd2"/>
              </a:cxn>
              <a:cxn ang="5400000">
                <a:pos x="wd2" y="hd2"/>
              </a:cxn>
              <a:cxn ang="10800000">
                <a:pos x="wd2" y="hd2"/>
              </a:cxn>
              <a:cxn ang="16200000">
                <a:pos x="wd2" y="hd2"/>
              </a:cxn>
            </a:cxnLst>
            <a:rect l="0" t="0" r="r" b="b"/>
            <a:pathLst>
              <a:path w="21600" h="21598" extrusionOk="0">
                <a:moveTo>
                  <a:pt x="5965" y="0"/>
                </a:moveTo>
                <a:cubicBezTo>
                  <a:pt x="5920" y="2"/>
                  <a:pt x="5873" y="18"/>
                  <a:pt x="5798" y="47"/>
                </a:cubicBezTo>
                <a:cubicBezTo>
                  <a:pt x="5703" y="83"/>
                  <a:pt x="5607" y="132"/>
                  <a:pt x="5585" y="157"/>
                </a:cubicBezTo>
                <a:cubicBezTo>
                  <a:pt x="5501" y="246"/>
                  <a:pt x="5421" y="403"/>
                  <a:pt x="5421" y="478"/>
                </a:cubicBezTo>
                <a:cubicBezTo>
                  <a:pt x="5421" y="520"/>
                  <a:pt x="5410" y="568"/>
                  <a:pt x="5397" y="582"/>
                </a:cubicBezTo>
                <a:cubicBezTo>
                  <a:pt x="5382" y="599"/>
                  <a:pt x="5378" y="679"/>
                  <a:pt x="5385" y="806"/>
                </a:cubicBezTo>
                <a:cubicBezTo>
                  <a:pt x="5392" y="920"/>
                  <a:pt x="5387" y="1021"/>
                  <a:pt x="5375" y="1044"/>
                </a:cubicBezTo>
                <a:cubicBezTo>
                  <a:pt x="5360" y="1070"/>
                  <a:pt x="5364" y="1120"/>
                  <a:pt x="5387" y="1204"/>
                </a:cubicBezTo>
                <a:cubicBezTo>
                  <a:pt x="5406" y="1272"/>
                  <a:pt x="5421" y="1365"/>
                  <a:pt x="5421" y="1411"/>
                </a:cubicBezTo>
                <a:cubicBezTo>
                  <a:pt x="5421" y="1457"/>
                  <a:pt x="5436" y="1557"/>
                  <a:pt x="5454" y="1633"/>
                </a:cubicBezTo>
                <a:cubicBezTo>
                  <a:pt x="5471" y="1710"/>
                  <a:pt x="5481" y="1786"/>
                  <a:pt x="5475" y="1804"/>
                </a:cubicBezTo>
                <a:cubicBezTo>
                  <a:pt x="5469" y="1821"/>
                  <a:pt x="5482" y="1877"/>
                  <a:pt x="5505" y="1928"/>
                </a:cubicBezTo>
                <a:cubicBezTo>
                  <a:pt x="5540" y="2009"/>
                  <a:pt x="5564" y="2103"/>
                  <a:pt x="5630" y="2429"/>
                </a:cubicBezTo>
                <a:cubicBezTo>
                  <a:pt x="5649" y="2523"/>
                  <a:pt x="5752" y="2924"/>
                  <a:pt x="5792" y="3059"/>
                </a:cubicBezTo>
                <a:cubicBezTo>
                  <a:pt x="5808" y="3114"/>
                  <a:pt x="5822" y="3179"/>
                  <a:pt x="5822" y="3204"/>
                </a:cubicBezTo>
                <a:cubicBezTo>
                  <a:pt x="5822" y="3228"/>
                  <a:pt x="5841" y="3292"/>
                  <a:pt x="5864" y="3345"/>
                </a:cubicBezTo>
                <a:cubicBezTo>
                  <a:pt x="5887" y="3397"/>
                  <a:pt x="5906" y="3470"/>
                  <a:pt x="5906" y="3506"/>
                </a:cubicBezTo>
                <a:cubicBezTo>
                  <a:pt x="5906" y="3543"/>
                  <a:pt x="5921" y="3594"/>
                  <a:pt x="5938" y="3620"/>
                </a:cubicBezTo>
                <a:cubicBezTo>
                  <a:pt x="5956" y="3647"/>
                  <a:pt x="5966" y="3676"/>
                  <a:pt x="5960" y="3687"/>
                </a:cubicBezTo>
                <a:cubicBezTo>
                  <a:pt x="5954" y="3697"/>
                  <a:pt x="5969" y="3754"/>
                  <a:pt x="5993" y="3814"/>
                </a:cubicBezTo>
                <a:cubicBezTo>
                  <a:pt x="6016" y="3873"/>
                  <a:pt x="6029" y="3921"/>
                  <a:pt x="6020" y="3921"/>
                </a:cubicBezTo>
                <a:cubicBezTo>
                  <a:pt x="6011" y="3921"/>
                  <a:pt x="6024" y="3959"/>
                  <a:pt x="6048" y="4006"/>
                </a:cubicBezTo>
                <a:cubicBezTo>
                  <a:pt x="6072" y="4053"/>
                  <a:pt x="6098" y="4134"/>
                  <a:pt x="6107" y="4186"/>
                </a:cubicBezTo>
                <a:cubicBezTo>
                  <a:pt x="6115" y="4238"/>
                  <a:pt x="6142" y="4328"/>
                  <a:pt x="6164" y="4386"/>
                </a:cubicBezTo>
                <a:cubicBezTo>
                  <a:pt x="6187" y="4444"/>
                  <a:pt x="6201" y="4525"/>
                  <a:pt x="6195" y="4565"/>
                </a:cubicBezTo>
                <a:cubicBezTo>
                  <a:pt x="6188" y="4613"/>
                  <a:pt x="6195" y="4639"/>
                  <a:pt x="6215" y="4639"/>
                </a:cubicBezTo>
                <a:cubicBezTo>
                  <a:pt x="6231" y="4639"/>
                  <a:pt x="6264" y="4711"/>
                  <a:pt x="6287" y="4800"/>
                </a:cubicBezTo>
                <a:cubicBezTo>
                  <a:pt x="6310" y="4888"/>
                  <a:pt x="6390" y="5139"/>
                  <a:pt x="6465" y="5357"/>
                </a:cubicBezTo>
                <a:cubicBezTo>
                  <a:pt x="6539" y="5575"/>
                  <a:pt x="6601" y="5773"/>
                  <a:pt x="6601" y="5797"/>
                </a:cubicBezTo>
                <a:cubicBezTo>
                  <a:pt x="6602" y="5820"/>
                  <a:pt x="6616" y="5850"/>
                  <a:pt x="6634" y="5862"/>
                </a:cubicBezTo>
                <a:cubicBezTo>
                  <a:pt x="6651" y="5874"/>
                  <a:pt x="6665" y="5916"/>
                  <a:pt x="6665" y="5956"/>
                </a:cubicBezTo>
                <a:cubicBezTo>
                  <a:pt x="6665" y="5996"/>
                  <a:pt x="6678" y="6037"/>
                  <a:pt x="6694" y="6047"/>
                </a:cubicBezTo>
                <a:cubicBezTo>
                  <a:pt x="6709" y="6058"/>
                  <a:pt x="6739" y="6133"/>
                  <a:pt x="6760" y="6212"/>
                </a:cubicBezTo>
                <a:cubicBezTo>
                  <a:pt x="6802" y="6374"/>
                  <a:pt x="7025" y="6942"/>
                  <a:pt x="7076" y="7017"/>
                </a:cubicBezTo>
                <a:cubicBezTo>
                  <a:pt x="7094" y="7044"/>
                  <a:pt x="7109" y="7113"/>
                  <a:pt x="7109" y="7170"/>
                </a:cubicBezTo>
                <a:cubicBezTo>
                  <a:pt x="7109" y="7228"/>
                  <a:pt x="7123" y="7284"/>
                  <a:pt x="7140" y="7296"/>
                </a:cubicBezTo>
                <a:cubicBezTo>
                  <a:pt x="7158" y="7308"/>
                  <a:pt x="7172" y="7341"/>
                  <a:pt x="7172" y="7370"/>
                </a:cubicBezTo>
                <a:cubicBezTo>
                  <a:pt x="7172" y="7399"/>
                  <a:pt x="7191" y="7453"/>
                  <a:pt x="7214" y="7490"/>
                </a:cubicBezTo>
                <a:cubicBezTo>
                  <a:pt x="7237" y="7528"/>
                  <a:pt x="7252" y="7568"/>
                  <a:pt x="7246" y="7578"/>
                </a:cubicBezTo>
                <a:cubicBezTo>
                  <a:pt x="7241" y="7589"/>
                  <a:pt x="7254" y="7651"/>
                  <a:pt x="7277" y="7717"/>
                </a:cubicBezTo>
                <a:cubicBezTo>
                  <a:pt x="7300" y="7784"/>
                  <a:pt x="7313" y="7849"/>
                  <a:pt x="7306" y="7862"/>
                </a:cubicBezTo>
                <a:cubicBezTo>
                  <a:pt x="7292" y="7887"/>
                  <a:pt x="7455" y="8262"/>
                  <a:pt x="7593" y="8524"/>
                </a:cubicBezTo>
                <a:cubicBezTo>
                  <a:pt x="7715" y="8754"/>
                  <a:pt x="7789" y="8963"/>
                  <a:pt x="7788" y="9066"/>
                </a:cubicBezTo>
                <a:cubicBezTo>
                  <a:pt x="7787" y="9125"/>
                  <a:pt x="7795" y="9163"/>
                  <a:pt x="7805" y="9152"/>
                </a:cubicBezTo>
                <a:cubicBezTo>
                  <a:pt x="7822" y="9133"/>
                  <a:pt x="7928" y="9350"/>
                  <a:pt x="8105" y="9770"/>
                </a:cubicBezTo>
                <a:cubicBezTo>
                  <a:pt x="8174" y="9933"/>
                  <a:pt x="8180" y="9962"/>
                  <a:pt x="8152" y="10003"/>
                </a:cubicBezTo>
                <a:cubicBezTo>
                  <a:pt x="8125" y="10042"/>
                  <a:pt x="8111" y="10037"/>
                  <a:pt x="8073" y="9973"/>
                </a:cubicBezTo>
                <a:cubicBezTo>
                  <a:pt x="8047" y="9930"/>
                  <a:pt x="8001" y="9883"/>
                  <a:pt x="7970" y="9870"/>
                </a:cubicBezTo>
                <a:cubicBezTo>
                  <a:pt x="7939" y="9856"/>
                  <a:pt x="7897" y="9812"/>
                  <a:pt x="7877" y="9772"/>
                </a:cubicBezTo>
                <a:cubicBezTo>
                  <a:pt x="7857" y="9732"/>
                  <a:pt x="7831" y="9700"/>
                  <a:pt x="7821" y="9700"/>
                </a:cubicBezTo>
                <a:cubicBezTo>
                  <a:pt x="7810" y="9700"/>
                  <a:pt x="7777" y="9666"/>
                  <a:pt x="7747" y="9624"/>
                </a:cubicBezTo>
                <a:cubicBezTo>
                  <a:pt x="7718" y="9583"/>
                  <a:pt x="7671" y="9549"/>
                  <a:pt x="7644" y="9549"/>
                </a:cubicBezTo>
                <a:cubicBezTo>
                  <a:pt x="7617" y="9549"/>
                  <a:pt x="7586" y="9517"/>
                  <a:pt x="7574" y="9479"/>
                </a:cubicBezTo>
                <a:cubicBezTo>
                  <a:pt x="7562" y="9438"/>
                  <a:pt x="7502" y="9384"/>
                  <a:pt x="7430" y="9347"/>
                </a:cubicBezTo>
                <a:cubicBezTo>
                  <a:pt x="7362" y="9313"/>
                  <a:pt x="7288" y="9260"/>
                  <a:pt x="7266" y="9229"/>
                </a:cubicBezTo>
                <a:cubicBezTo>
                  <a:pt x="7243" y="9198"/>
                  <a:pt x="7209" y="9173"/>
                  <a:pt x="7189" y="9172"/>
                </a:cubicBezTo>
                <a:cubicBezTo>
                  <a:pt x="7169" y="9172"/>
                  <a:pt x="7120" y="9121"/>
                  <a:pt x="7080" y="9058"/>
                </a:cubicBezTo>
                <a:cubicBezTo>
                  <a:pt x="7040" y="8996"/>
                  <a:pt x="7000" y="8945"/>
                  <a:pt x="6990" y="8944"/>
                </a:cubicBezTo>
                <a:cubicBezTo>
                  <a:pt x="6980" y="8944"/>
                  <a:pt x="6948" y="8910"/>
                  <a:pt x="6919" y="8870"/>
                </a:cubicBezTo>
                <a:cubicBezTo>
                  <a:pt x="6890" y="8829"/>
                  <a:pt x="6850" y="8795"/>
                  <a:pt x="6831" y="8795"/>
                </a:cubicBezTo>
                <a:cubicBezTo>
                  <a:pt x="6812" y="8794"/>
                  <a:pt x="6760" y="8761"/>
                  <a:pt x="6715" y="8721"/>
                </a:cubicBezTo>
                <a:cubicBezTo>
                  <a:pt x="6484" y="8512"/>
                  <a:pt x="6270" y="8341"/>
                  <a:pt x="6241" y="8341"/>
                </a:cubicBezTo>
                <a:cubicBezTo>
                  <a:pt x="6223" y="8341"/>
                  <a:pt x="6191" y="8306"/>
                  <a:pt x="6170" y="8265"/>
                </a:cubicBezTo>
                <a:cubicBezTo>
                  <a:pt x="6149" y="8223"/>
                  <a:pt x="6111" y="8190"/>
                  <a:pt x="6085" y="8190"/>
                </a:cubicBezTo>
                <a:cubicBezTo>
                  <a:pt x="6059" y="8190"/>
                  <a:pt x="5994" y="8145"/>
                  <a:pt x="5939" y="8091"/>
                </a:cubicBezTo>
                <a:cubicBezTo>
                  <a:pt x="5885" y="8037"/>
                  <a:pt x="5810" y="7978"/>
                  <a:pt x="5773" y="7961"/>
                </a:cubicBezTo>
                <a:cubicBezTo>
                  <a:pt x="5665" y="7911"/>
                  <a:pt x="5548" y="7828"/>
                  <a:pt x="5522" y="7780"/>
                </a:cubicBezTo>
                <a:cubicBezTo>
                  <a:pt x="5508" y="7756"/>
                  <a:pt x="5477" y="7736"/>
                  <a:pt x="5452" y="7736"/>
                </a:cubicBezTo>
                <a:cubicBezTo>
                  <a:pt x="5428" y="7736"/>
                  <a:pt x="5399" y="7722"/>
                  <a:pt x="5388" y="7704"/>
                </a:cubicBezTo>
                <a:cubicBezTo>
                  <a:pt x="5377" y="7687"/>
                  <a:pt x="5312" y="7634"/>
                  <a:pt x="5242" y="7587"/>
                </a:cubicBezTo>
                <a:cubicBezTo>
                  <a:pt x="5172" y="7540"/>
                  <a:pt x="5096" y="7488"/>
                  <a:pt x="5073" y="7470"/>
                </a:cubicBezTo>
                <a:cubicBezTo>
                  <a:pt x="5050" y="7452"/>
                  <a:pt x="4991" y="7419"/>
                  <a:pt x="4942" y="7397"/>
                </a:cubicBezTo>
                <a:cubicBezTo>
                  <a:pt x="4893" y="7375"/>
                  <a:pt x="4848" y="7340"/>
                  <a:pt x="4841" y="7320"/>
                </a:cubicBezTo>
                <a:cubicBezTo>
                  <a:pt x="4834" y="7300"/>
                  <a:pt x="4809" y="7283"/>
                  <a:pt x="4787" y="7283"/>
                </a:cubicBezTo>
                <a:cubicBezTo>
                  <a:pt x="4764" y="7283"/>
                  <a:pt x="4729" y="7268"/>
                  <a:pt x="4709" y="7249"/>
                </a:cubicBezTo>
                <a:cubicBezTo>
                  <a:pt x="4639" y="7186"/>
                  <a:pt x="4521" y="7132"/>
                  <a:pt x="4454" y="7132"/>
                </a:cubicBezTo>
                <a:cubicBezTo>
                  <a:pt x="4413" y="7132"/>
                  <a:pt x="4382" y="7110"/>
                  <a:pt x="4374" y="7076"/>
                </a:cubicBezTo>
                <a:cubicBezTo>
                  <a:pt x="4368" y="7045"/>
                  <a:pt x="4346" y="7018"/>
                  <a:pt x="4327" y="7018"/>
                </a:cubicBezTo>
                <a:cubicBezTo>
                  <a:pt x="4308" y="7018"/>
                  <a:pt x="4268" y="6995"/>
                  <a:pt x="4238" y="6967"/>
                </a:cubicBezTo>
                <a:cubicBezTo>
                  <a:pt x="4209" y="6939"/>
                  <a:pt x="4146" y="6907"/>
                  <a:pt x="4099" y="6893"/>
                </a:cubicBezTo>
                <a:cubicBezTo>
                  <a:pt x="3999" y="6865"/>
                  <a:pt x="3812" y="6768"/>
                  <a:pt x="3723" y="6699"/>
                </a:cubicBezTo>
                <a:cubicBezTo>
                  <a:pt x="3664" y="6654"/>
                  <a:pt x="3558" y="6606"/>
                  <a:pt x="3375" y="6544"/>
                </a:cubicBezTo>
                <a:cubicBezTo>
                  <a:pt x="3334" y="6530"/>
                  <a:pt x="3292" y="6505"/>
                  <a:pt x="3280" y="6488"/>
                </a:cubicBezTo>
                <a:cubicBezTo>
                  <a:pt x="3269" y="6472"/>
                  <a:pt x="3207" y="6439"/>
                  <a:pt x="3143" y="6417"/>
                </a:cubicBezTo>
                <a:cubicBezTo>
                  <a:pt x="3079" y="6394"/>
                  <a:pt x="3008" y="6368"/>
                  <a:pt x="2985" y="6359"/>
                </a:cubicBezTo>
                <a:cubicBezTo>
                  <a:pt x="2962" y="6350"/>
                  <a:pt x="2895" y="6324"/>
                  <a:pt x="2837" y="6303"/>
                </a:cubicBezTo>
                <a:cubicBezTo>
                  <a:pt x="2779" y="6281"/>
                  <a:pt x="2713" y="6247"/>
                  <a:pt x="2690" y="6228"/>
                </a:cubicBezTo>
                <a:cubicBezTo>
                  <a:pt x="2666" y="6208"/>
                  <a:pt x="2595" y="6176"/>
                  <a:pt x="2531" y="6156"/>
                </a:cubicBezTo>
                <a:cubicBezTo>
                  <a:pt x="2467" y="6136"/>
                  <a:pt x="2292" y="6075"/>
                  <a:pt x="2142" y="6021"/>
                </a:cubicBezTo>
                <a:cubicBezTo>
                  <a:pt x="1992" y="5967"/>
                  <a:pt x="1830" y="5924"/>
                  <a:pt x="1782" y="5924"/>
                </a:cubicBezTo>
                <a:cubicBezTo>
                  <a:pt x="1735" y="5924"/>
                  <a:pt x="1687" y="5909"/>
                  <a:pt x="1676" y="5891"/>
                </a:cubicBezTo>
                <a:cubicBezTo>
                  <a:pt x="1640" y="5832"/>
                  <a:pt x="1128" y="5688"/>
                  <a:pt x="591" y="5585"/>
                </a:cubicBezTo>
                <a:cubicBezTo>
                  <a:pt x="469" y="5561"/>
                  <a:pt x="306" y="5525"/>
                  <a:pt x="228" y="5506"/>
                </a:cubicBezTo>
                <a:cubicBezTo>
                  <a:pt x="150" y="5486"/>
                  <a:pt x="68" y="5470"/>
                  <a:pt x="44" y="5470"/>
                </a:cubicBezTo>
                <a:lnTo>
                  <a:pt x="0" y="5470"/>
                </a:lnTo>
                <a:lnTo>
                  <a:pt x="0" y="13533"/>
                </a:lnTo>
                <a:lnTo>
                  <a:pt x="0" y="21598"/>
                </a:lnTo>
                <a:lnTo>
                  <a:pt x="10800" y="21598"/>
                </a:lnTo>
                <a:lnTo>
                  <a:pt x="21600" y="21598"/>
                </a:lnTo>
                <a:lnTo>
                  <a:pt x="21600" y="18009"/>
                </a:lnTo>
                <a:cubicBezTo>
                  <a:pt x="21600" y="16036"/>
                  <a:pt x="21593" y="14425"/>
                  <a:pt x="21584" y="14429"/>
                </a:cubicBezTo>
                <a:cubicBezTo>
                  <a:pt x="21550" y="14446"/>
                  <a:pt x="21459" y="14368"/>
                  <a:pt x="21393" y="14265"/>
                </a:cubicBezTo>
                <a:cubicBezTo>
                  <a:pt x="21355" y="14206"/>
                  <a:pt x="21312" y="14157"/>
                  <a:pt x="21297" y="14157"/>
                </a:cubicBezTo>
                <a:cubicBezTo>
                  <a:pt x="21282" y="14157"/>
                  <a:pt x="21233" y="14102"/>
                  <a:pt x="21187" y="14034"/>
                </a:cubicBezTo>
                <a:cubicBezTo>
                  <a:pt x="21141" y="13966"/>
                  <a:pt x="21059" y="13871"/>
                  <a:pt x="21004" y="13823"/>
                </a:cubicBezTo>
                <a:cubicBezTo>
                  <a:pt x="20949" y="13775"/>
                  <a:pt x="20904" y="13715"/>
                  <a:pt x="20904" y="13689"/>
                </a:cubicBezTo>
                <a:cubicBezTo>
                  <a:pt x="20904" y="13628"/>
                  <a:pt x="20824" y="13494"/>
                  <a:pt x="20806" y="13526"/>
                </a:cubicBezTo>
                <a:cubicBezTo>
                  <a:pt x="20789" y="13557"/>
                  <a:pt x="20609" y="13392"/>
                  <a:pt x="20529" y="13272"/>
                </a:cubicBezTo>
                <a:cubicBezTo>
                  <a:pt x="20494" y="13219"/>
                  <a:pt x="20455" y="13175"/>
                  <a:pt x="20443" y="13175"/>
                </a:cubicBezTo>
                <a:cubicBezTo>
                  <a:pt x="20431" y="13175"/>
                  <a:pt x="20413" y="13153"/>
                  <a:pt x="20404" y="13127"/>
                </a:cubicBezTo>
                <a:cubicBezTo>
                  <a:pt x="20395" y="13101"/>
                  <a:pt x="20359" y="13055"/>
                  <a:pt x="20325" y="13024"/>
                </a:cubicBezTo>
                <a:cubicBezTo>
                  <a:pt x="20291" y="12993"/>
                  <a:pt x="20168" y="12854"/>
                  <a:pt x="20051" y="12715"/>
                </a:cubicBezTo>
                <a:cubicBezTo>
                  <a:pt x="19935" y="12576"/>
                  <a:pt x="19835" y="12469"/>
                  <a:pt x="19830" y="12478"/>
                </a:cubicBezTo>
                <a:cubicBezTo>
                  <a:pt x="19825" y="12487"/>
                  <a:pt x="19783" y="12438"/>
                  <a:pt x="19735" y="12368"/>
                </a:cubicBezTo>
                <a:cubicBezTo>
                  <a:pt x="19647" y="12239"/>
                  <a:pt x="19470" y="12060"/>
                  <a:pt x="19470" y="12100"/>
                </a:cubicBezTo>
                <a:cubicBezTo>
                  <a:pt x="19470" y="12112"/>
                  <a:pt x="19442" y="12088"/>
                  <a:pt x="19408" y="12045"/>
                </a:cubicBezTo>
                <a:cubicBezTo>
                  <a:pt x="19375" y="12002"/>
                  <a:pt x="19342" y="11966"/>
                  <a:pt x="19335" y="11966"/>
                </a:cubicBezTo>
                <a:cubicBezTo>
                  <a:pt x="19322" y="11966"/>
                  <a:pt x="19029" y="11636"/>
                  <a:pt x="18998" y="11587"/>
                </a:cubicBezTo>
                <a:cubicBezTo>
                  <a:pt x="18989" y="11572"/>
                  <a:pt x="18990" y="11525"/>
                  <a:pt x="19003" y="11484"/>
                </a:cubicBezTo>
                <a:cubicBezTo>
                  <a:pt x="19036" y="11371"/>
                  <a:pt x="18994" y="11153"/>
                  <a:pt x="18920" y="11059"/>
                </a:cubicBezTo>
                <a:cubicBezTo>
                  <a:pt x="18886" y="11015"/>
                  <a:pt x="18863" y="10962"/>
                  <a:pt x="18870" y="10942"/>
                </a:cubicBezTo>
                <a:cubicBezTo>
                  <a:pt x="18877" y="10923"/>
                  <a:pt x="18874" y="10910"/>
                  <a:pt x="18864" y="10914"/>
                </a:cubicBezTo>
                <a:cubicBezTo>
                  <a:pt x="18855" y="10918"/>
                  <a:pt x="18819" y="10900"/>
                  <a:pt x="18784" y="10874"/>
                </a:cubicBezTo>
                <a:cubicBezTo>
                  <a:pt x="18690" y="10804"/>
                  <a:pt x="18659" y="10796"/>
                  <a:pt x="18394" y="10773"/>
                </a:cubicBezTo>
                <a:cubicBezTo>
                  <a:pt x="18102" y="10748"/>
                  <a:pt x="18054" y="10704"/>
                  <a:pt x="18043" y="10457"/>
                </a:cubicBezTo>
                <a:cubicBezTo>
                  <a:pt x="18040" y="10368"/>
                  <a:pt x="18049" y="10251"/>
                  <a:pt x="18064" y="10196"/>
                </a:cubicBezTo>
                <a:cubicBezTo>
                  <a:pt x="18095" y="10088"/>
                  <a:pt x="18152" y="9727"/>
                  <a:pt x="18190" y="9398"/>
                </a:cubicBezTo>
                <a:cubicBezTo>
                  <a:pt x="18203" y="9284"/>
                  <a:pt x="18221" y="9172"/>
                  <a:pt x="18229" y="9150"/>
                </a:cubicBezTo>
                <a:cubicBezTo>
                  <a:pt x="18255" y="9078"/>
                  <a:pt x="18288" y="8632"/>
                  <a:pt x="18288" y="8344"/>
                </a:cubicBezTo>
                <a:cubicBezTo>
                  <a:pt x="18288" y="8054"/>
                  <a:pt x="18256" y="7623"/>
                  <a:pt x="18225" y="7490"/>
                </a:cubicBezTo>
                <a:cubicBezTo>
                  <a:pt x="18215" y="7449"/>
                  <a:pt x="18192" y="7339"/>
                  <a:pt x="18172" y="7245"/>
                </a:cubicBezTo>
                <a:cubicBezTo>
                  <a:pt x="18153" y="7152"/>
                  <a:pt x="18124" y="7049"/>
                  <a:pt x="18109" y="7018"/>
                </a:cubicBezTo>
                <a:cubicBezTo>
                  <a:pt x="18093" y="6987"/>
                  <a:pt x="18079" y="6950"/>
                  <a:pt x="18078" y="6935"/>
                </a:cubicBezTo>
                <a:cubicBezTo>
                  <a:pt x="18069" y="6824"/>
                  <a:pt x="17988" y="6569"/>
                  <a:pt x="17946" y="6519"/>
                </a:cubicBezTo>
                <a:cubicBezTo>
                  <a:pt x="17917" y="6485"/>
                  <a:pt x="17863" y="6372"/>
                  <a:pt x="17826" y="6267"/>
                </a:cubicBezTo>
                <a:cubicBezTo>
                  <a:pt x="17771" y="6114"/>
                  <a:pt x="17740" y="6067"/>
                  <a:pt x="17673" y="6034"/>
                </a:cubicBezTo>
                <a:cubicBezTo>
                  <a:pt x="17627" y="6012"/>
                  <a:pt x="17554" y="5958"/>
                  <a:pt x="17511" y="5914"/>
                </a:cubicBezTo>
                <a:cubicBezTo>
                  <a:pt x="17246" y="5640"/>
                  <a:pt x="17117" y="5526"/>
                  <a:pt x="16896" y="5373"/>
                </a:cubicBezTo>
                <a:cubicBezTo>
                  <a:pt x="16855" y="5345"/>
                  <a:pt x="16783" y="5322"/>
                  <a:pt x="16734" y="5321"/>
                </a:cubicBezTo>
                <a:cubicBezTo>
                  <a:pt x="16685" y="5320"/>
                  <a:pt x="16640" y="5303"/>
                  <a:pt x="16633" y="5283"/>
                </a:cubicBezTo>
                <a:cubicBezTo>
                  <a:pt x="16627" y="5263"/>
                  <a:pt x="16576" y="5236"/>
                  <a:pt x="16521" y="5222"/>
                </a:cubicBezTo>
                <a:cubicBezTo>
                  <a:pt x="16466" y="5208"/>
                  <a:pt x="16412" y="5186"/>
                  <a:pt x="16401" y="5174"/>
                </a:cubicBezTo>
                <a:cubicBezTo>
                  <a:pt x="16390" y="5162"/>
                  <a:pt x="16342" y="5148"/>
                  <a:pt x="16296" y="5142"/>
                </a:cubicBezTo>
                <a:cubicBezTo>
                  <a:pt x="16249" y="5136"/>
                  <a:pt x="16169" y="5123"/>
                  <a:pt x="16119" y="5112"/>
                </a:cubicBezTo>
                <a:cubicBezTo>
                  <a:pt x="16069" y="5102"/>
                  <a:pt x="15893" y="5117"/>
                  <a:pt x="15728" y="5147"/>
                </a:cubicBezTo>
                <a:cubicBezTo>
                  <a:pt x="15564" y="5177"/>
                  <a:pt x="15352" y="5211"/>
                  <a:pt x="15257" y="5221"/>
                </a:cubicBezTo>
                <a:cubicBezTo>
                  <a:pt x="15155" y="5232"/>
                  <a:pt x="15056" y="5266"/>
                  <a:pt x="15015" y="5304"/>
                </a:cubicBezTo>
                <a:cubicBezTo>
                  <a:pt x="14942" y="5371"/>
                  <a:pt x="14764" y="5462"/>
                  <a:pt x="14639" y="5496"/>
                </a:cubicBezTo>
                <a:cubicBezTo>
                  <a:pt x="14598" y="5507"/>
                  <a:pt x="14551" y="5536"/>
                  <a:pt x="14533" y="5561"/>
                </a:cubicBezTo>
                <a:cubicBezTo>
                  <a:pt x="14516" y="5585"/>
                  <a:pt x="14445" y="5637"/>
                  <a:pt x="14376" y="5675"/>
                </a:cubicBezTo>
                <a:cubicBezTo>
                  <a:pt x="14306" y="5713"/>
                  <a:pt x="14202" y="5784"/>
                  <a:pt x="14146" y="5833"/>
                </a:cubicBezTo>
                <a:cubicBezTo>
                  <a:pt x="14090" y="5883"/>
                  <a:pt x="14032" y="5924"/>
                  <a:pt x="14017" y="5924"/>
                </a:cubicBezTo>
                <a:cubicBezTo>
                  <a:pt x="14001" y="5924"/>
                  <a:pt x="13941" y="5966"/>
                  <a:pt x="13884" y="6018"/>
                </a:cubicBezTo>
                <a:cubicBezTo>
                  <a:pt x="13826" y="6070"/>
                  <a:pt x="13771" y="6112"/>
                  <a:pt x="13761" y="6113"/>
                </a:cubicBezTo>
                <a:cubicBezTo>
                  <a:pt x="13743" y="6113"/>
                  <a:pt x="13657" y="6190"/>
                  <a:pt x="13284" y="6543"/>
                </a:cubicBezTo>
                <a:cubicBezTo>
                  <a:pt x="13183" y="6638"/>
                  <a:pt x="13089" y="6716"/>
                  <a:pt x="13075" y="6716"/>
                </a:cubicBezTo>
                <a:cubicBezTo>
                  <a:pt x="13062" y="6716"/>
                  <a:pt x="13010" y="6776"/>
                  <a:pt x="12961" y="6849"/>
                </a:cubicBezTo>
                <a:cubicBezTo>
                  <a:pt x="12911" y="6921"/>
                  <a:pt x="12862" y="6981"/>
                  <a:pt x="12852" y="6981"/>
                </a:cubicBezTo>
                <a:cubicBezTo>
                  <a:pt x="12842" y="6981"/>
                  <a:pt x="12801" y="6931"/>
                  <a:pt x="12761" y="6869"/>
                </a:cubicBezTo>
                <a:cubicBezTo>
                  <a:pt x="12720" y="6808"/>
                  <a:pt x="12675" y="6756"/>
                  <a:pt x="12659" y="6755"/>
                </a:cubicBezTo>
                <a:cubicBezTo>
                  <a:pt x="12644" y="6755"/>
                  <a:pt x="12587" y="6694"/>
                  <a:pt x="12533" y="6621"/>
                </a:cubicBezTo>
                <a:cubicBezTo>
                  <a:pt x="12417" y="6462"/>
                  <a:pt x="12110" y="6072"/>
                  <a:pt x="12061" y="6018"/>
                </a:cubicBezTo>
                <a:cubicBezTo>
                  <a:pt x="11939" y="5886"/>
                  <a:pt x="11722" y="5599"/>
                  <a:pt x="11713" y="5559"/>
                </a:cubicBezTo>
                <a:cubicBezTo>
                  <a:pt x="11708" y="5532"/>
                  <a:pt x="11722" y="5446"/>
                  <a:pt x="11745" y="5368"/>
                </a:cubicBezTo>
                <a:cubicBezTo>
                  <a:pt x="11875" y="4915"/>
                  <a:pt x="11897" y="4830"/>
                  <a:pt x="11897" y="4764"/>
                </a:cubicBezTo>
                <a:cubicBezTo>
                  <a:pt x="11897" y="4724"/>
                  <a:pt x="11905" y="4676"/>
                  <a:pt x="11915" y="4656"/>
                </a:cubicBezTo>
                <a:cubicBezTo>
                  <a:pt x="11951" y="4584"/>
                  <a:pt x="11986" y="4158"/>
                  <a:pt x="11986" y="3808"/>
                </a:cubicBezTo>
                <a:cubicBezTo>
                  <a:pt x="11986" y="3532"/>
                  <a:pt x="11976" y="3400"/>
                  <a:pt x="11941" y="3235"/>
                </a:cubicBezTo>
                <a:cubicBezTo>
                  <a:pt x="11897" y="3032"/>
                  <a:pt x="11888" y="2972"/>
                  <a:pt x="11861" y="2751"/>
                </a:cubicBezTo>
                <a:cubicBezTo>
                  <a:pt x="11845" y="2618"/>
                  <a:pt x="11712" y="2335"/>
                  <a:pt x="11666" y="2335"/>
                </a:cubicBezTo>
                <a:cubicBezTo>
                  <a:pt x="11645" y="2335"/>
                  <a:pt x="11616" y="2310"/>
                  <a:pt x="11602" y="2278"/>
                </a:cubicBezTo>
                <a:cubicBezTo>
                  <a:pt x="11587" y="2247"/>
                  <a:pt x="11562" y="2222"/>
                  <a:pt x="11546" y="2222"/>
                </a:cubicBezTo>
                <a:cubicBezTo>
                  <a:pt x="11530" y="2222"/>
                  <a:pt x="11499" y="2189"/>
                  <a:pt x="11477" y="2149"/>
                </a:cubicBezTo>
                <a:cubicBezTo>
                  <a:pt x="11415" y="2039"/>
                  <a:pt x="11362" y="1997"/>
                  <a:pt x="11174" y="1914"/>
                </a:cubicBezTo>
                <a:cubicBezTo>
                  <a:pt x="11078" y="1871"/>
                  <a:pt x="10981" y="1815"/>
                  <a:pt x="10958" y="1789"/>
                </a:cubicBezTo>
                <a:cubicBezTo>
                  <a:pt x="10914" y="1740"/>
                  <a:pt x="10656" y="1712"/>
                  <a:pt x="10389" y="1728"/>
                </a:cubicBezTo>
                <a:cubicBezTo>
                  <a:pt x="10077" y="1746"/>
                  <a:pt x="9616" y="2004"/>
                  <a:pt x="9192" y="2398"/>
                </a:cubicBezTo>
                <a:cubicBezTo>
                  <a:pt x="9076" y="2505"/>
                  <a:pt x="9002" y="2501"/>
                  <a:pt x="8909" y="2382"/>
                </a:cubicBezTo>
                <a:cubicBezTo>
                  <a:pt x="8872" y="2335"/>
                  <a:pt x="8829" y="2298"/>
                  <a:pt x="8812" y="2298"/>
                </a:cubicBezTo>
                <a:cubicBezTo>
                  <a:pt x="8796" y="2298"/>
                  <a:pt x="8761" y="2256"/>
                  <a:pt x="8734" y="2206"/>
                </a:cubicBezTo>
                <a:cubicBezTo>
                  <a:pt x="8708" y="2155"/>
                  <a:pt x="8662" y="2103"/>
                  <a:pt x="8631" y="2089"/>
                </a:cubicBezTo>
                <a:cubicBezTo>
                  <a:pt x="8600" y="2076"/>
                  <a:pt x="8560" y="2043"/>
                  <a:pt x="8543" y="2016"/>
                </a:cubicBezTo>
                <a:cubicBezTo>
                  <a:pt x="8525" y="1988"/>
                  <a:pt x="8436" y="1894"/>
                  <a:pt x="8343" y="1806"/>
                </a:cubicBezTo>
                <a:cubicBezTo>
                  <a:pt x="8250" y="1718"/>
                  <a:pt x="8126" y="1598"/>
                  <a:pt x="8068" y="1538"/>
                </a:cubicBezTo>
                <a:cubicBezTo>
                  <a:pt x="8010" y="1478"/>
                  <a:pt x="7910" y="1380"/>
                  <a:pt x="7847" y="1322"/>
                </a:cubicBezTo>
                <a:cubicBezTo>
                  <a:pt x="7783" y="1263"/>
                  <a:pt x="7698" y="1179"/>
                  <a:pt x="7659" y="1135"/>
                </a:cubicBezTo>
                <a:cubicBezTo>
                  <a:pt x="7619" y="1091"/>
                  <a:pt x="7580" y="1062"/>
                  <a:pt x="7571" y="1071"/>
                </a:cubicBezTo>
                <a:cubicBezTo>
                  <a:pt x="7563" y="1080"/>
                  <a:pt x="7544" y="1063"/>
                  <a:pt x="7530" y="1032"/>
                </a:cubicBezTo>
                <a:cubicBezTo>
                  <a:pt x="7516" y="1001"/>
                  <a:pt x="7493" y="975"/>
                  <a:pt x="7480" y="975"/>
                </a:cubicBezTo>
                <a:cubicBezTo>
                  <a:pt x="7443" y="975"/>
                  <a:pt x="7122" y="674"/>
                  <a:pt x="7096" y="614"/>
                </a:cubicBezTo>
                <a:cubicBezTo>
                  <a:pt x="7083" y="585"/>
                  <a:pt x="7068" y="570"/>
                  <a:pt x="7062" y="580"/>
                </a:cubicBezTo>
                <a:cubicBezTo>
                  <a:pt x="7052" y="598"/>
                  <a:pt x="6967" y="544"/>
                  <a:pt x="6824" y="430"/>
                </a:cubicBezTo>
                <a:cubicBezTo>
                  <a:pt x="6789" y="403"/>
                  <a:pt x="6715" y="344"/>
                  <a:pt x="6660" y="300"/>
                </a:cubicBezTo>
                <a:cubicBezTo>
                  <a:pt x="6604" y="256"/>
                  <a:pt x="6543" y="220"/>
                  <a:pt x="6523" y="220"/>
                </a:cubicBezTo>
                <a:cubicBezTo>
                  <a:pt x="6503" y="220"/>
                  <a:pt x="6439" y="188"/>
                  <a:pt x="6381" y="150"/>
                </a:cubicBezTo>
                <a:cubicBezTo>
                  <a:pt x="6323" y="112"/>
                  <a:pt x="6206" y="58"/>
                  <a:pt x="6122" y="31"/>
                </a:cubicBezTo>
                <a:cubicBezTo>
                  <a:pt x="6054" y="9"/>
                  <a:pt x="6011" y="-2"/>
                  <a:pt x="5965" y="0"/>
                </a:cubicBezTo>
                <a:close/>
              </a:path>
            </a:pathLst>
          </a:custGeom>
          <a:ln w="12700">
            <a:miter lim="400000"/>
          </a:ln>
        </p:spPr>
      </p:pic>
      <p:sp>
        <p:nvSpPr>
          <p:cNvPr id="134" name="Welcome!…"/>
          <p:cNvSpPr txBox="1">
            <a:spLocks noGrp="1"/>
          </p:cNvSpPr>
          <p:nvPr>
            <p:ph type="ctrTitle"/>
          </p:nvPr>
        </p:nvSpPr>
        <p:spPr>
          <a:xfrm>
            <a:off x="384547" y="451758"/>
            <a:ext cx="12025167" cy="7864927"/>
          </a:xfrm>
          <a:prstGeom prst="rect">
            <a:avLst/>
          </a:prstGeom>
        </p:spPr>
        <p:txBody>
          <a:bodyPr>
            <a:normAutofit/>
          </a:bodyPr>
          <a:lstStyle/>
          <a:p>
            <a:pPr defTabSz="379729">
              <a:defRPr sz="6500"/>
            </a:pPr>
            <a:r>
              <a:rPr dirty="0"/>
              <a:t>Welcome!</a:t>
            </a:r>
          </a:p>
          <a:p>
            <a:pPr defTabSz="379729">
              <a:defRPr sz="6500"/>
            </a:pPr>
            <a:endParaRPr dirty="0"/>
          </a:p>
          <a:p>
            <a:pPr defTabSz="379729">
              <a:defRPr sz="6500"/>
            </a:pPr>
            <a:r>
              <a:rPr dirty="0"/>
              <a:t> </a:t>
            </a:r>
            <a:r>
              <a:rPr lang="en-US" dirty="0"/>
              <a:t>This is </a:t>
            </a:r>
            <a:r>
              <a:rPr dirty="0"/>
              <a:t>CMSE 201</a:t>
            </a:r>
            <a:r>
              <a:rPr lang="en-US" dirty="0"/>
              <a:t>-###</a:t>
            </a:r>
            <a:br>
              <a:rPr lang="en-US" dirty="0"/>
            </a:br>
            <a:br>
              <a:rPr lang="en-US" dirty="0"/>
            </a:br>
            <a:r>
              <a:rPr lang="en-US" dirty="0"/>
              <a:t>Sit anywhere for now!</a:t>
            </a:r>
            <a:br>
              <a:rPr lang="en-US" dirty="0"/>
            </a:br>
            <a:br>
              <a:rPr lang="en-US" dirty="0"/>
            </a:br>
            <a:endParaRPr b="1" u="sng" dirty="0"/>
          </a:p>
        </p:txBody>
      </p:sp>
      <p:sp>
        <p:nvSpPr>
          <p:cNvPr id="136" name="Slide Number"/>
          <p:cNvSpPr txBox="1">
            <a:spLocks noGrp="1"/>
          </p:cNvSpPr>
          <p:nvPr>
            <p:ph type="sldNum" sz="quarter" idx="12"/>
          </p:nvPr>
        </p:nvSpPr>
        <p:spPr>
          <a:xfrm>
            <a:off x="6377052" y="9271000"/>
            <a:ext cx="244603" cy="35560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a:t>
            </a:fld>
            <a:endParaRPr/>
          </a:p>
        </p:txBody>
      </p:sp>
    </p:spTree>
    <p:extLst>
      <p:ext uri="{BB962C8B-B14F-4D97-AF65-F5344CB8AC3E}">
        <p14:creationId xmlns:p14="http://schemas.microsoft.com/office/powerpoint/2010/main" val="15194414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 name="Image" descr="Image"/>
          <p:cNvPicPr>
            <a:picLocks noChangeAspect="1"/>
          </p:cNvPicPr>
          <p:nvPr/>
        </p:nvPicPr>
        <p:blipFill>
          <a:blip r:embed="rId3">
            <a:alphaModFix amt="18000"/>
          </a:blip>
          <a:srcRect t="724"/>
          <a:stretch>
            <a:fillRect/>
          </a:stretch>
        </p:blipFill>
        <p:spPr>
          <a:xfrm>
            <a:off x="-690845" y="731964"/>
            <a:ext cx="14135794" cy="7885943"/>
          </a:xfrm>
          <a:custGeom>
            <a:avLst/>
            <a:gdLst/>
            <a:ahLst/>
            <a:cxnLst>
              <a:cxn ang="0">
                <a:pos x="wd2" y="hd2"/>
              </a:cxn>
              <a:cxn ang="5400000">
                <a:pos x="wd2" y="hd2"/>
              </a:cxn>
              <a:cxn ang="10800000">
                <a:pos x="wd2" y="hd2"/>
              </a:cxn>
              <a:cxn ang="16200000">
                <a:pos x="wd2" y="hd2"/>
              </a:cxn>
            </a:cxnLst>
            <a:rect l="0" t="0" r="r" b="b"/>
            <a:pathLst>
              <a:path w="21600" h="21598" extrusionOk="0">
                <a:moveTo>
                  <a:pt x="5965" y="0"/>
                </a:moveTo>
                <a:cubicBezTo>
                  <a:pt x="5920" y="2"/>
                  <a:pt x="5873" y="18"/>
                  <a:pt x="5798" y="47"/>
                </a:cubicBezTo>
                <a:cubicBezTo>
                  <a:pt x="5703" y="83"/>
                  <a:pt x="5607" y="132"/>
                  <a:pt x="5585" y="157"/>
                </a:cubicBezTo>
                <a:cubicBezTo>
                  <a:pt x="5501" y="246"/>
                  <a:pt x="5421" y="403"/>
                  <a:pt x="5421" y="478"/>
                </a:cubicBezTo>
                <a:cubicBezTo>
                  <a:pt x="5421" y="520"/>
                  <a:pt x="5410" y="568"/>
                  <a:pt x="5397" y="582"/>
                </a:cubicBezTo>
                <a:cubicBezTo>
                  <a:pt x="5382" y="599"/>
                  <a:pt x="5378" y="679"/>
                  <a:pt x="5385" y="806"/>
                </a:cubicBezTo>
                <a:cubicBezTo>
                  <a:pt x="5392" y="920"/>
                  <a:pt x="5387" y="1021"/>
                  <a:pt x="5375" y="1044"/>
                </a:cubicBezTo>
                <a:cubicBezTo>
                  <a:pt x="5360" y="1070"/>
                  <a:pt x="5364" y="1120"/>
                  <a:pt x="5387" y="1204"/>
                </a:cubicBezTo>
                <a:cubicBezTo>
                  <a:pt x="5406" y="1272"/>
                  <a:pt x="5421" y="1365"/>
                  <a:pt x="5421" y="1411"/>
                </a:cubicBezTo>
                <a:cubicBezTo>
                  <a:pt x="5421" y="1457"/>
                  <a:pt x="5436" y="1557"/>
                  <a:pt x="5454" y="1633"/>
                </a:cubicBezTo>
                <a:cubicBezTo>
                  <a:pt x="5471" y="1710"/>
                  <a:pt x="5481" y="1786"/>
                  <a:pt x="5475" y="1804"/>
                </a:cubicBezTo>
                <a:cubicBezTo>
                  <a:pt x="5469" y="1821"/>
                  <a:pt x="5482" y="1877"/>
                  <a:pt x="5505" y="1928"/>
                </a:cubicBezTo>
                <a:cubicBezTo>
                  <a:pt x="5540" y="2009"/>
                  <a:pt x="5564" y="2103"/>
                  <a:pt x="5630" y="2429"/>
                </a:cubicBezTo>
                <a:cubicBezTo>
                  <a:pt x="5649" y="2523"/>
                  <a:pt x="5752" y="2924"/>
                  <a:pt x="5792" y="3059"/>
                </a:cubicBezTo>
                <a:cubicBezTo>
                  <a:pt x="5808" y="3114"/>
                  <a:pt x="5822" y="3179"/>
                  <a:pt x="5822" y="3204"/>
                </a:cubicBezTo>
                <a:cubicBezTo>
                  <a:pt x="5822" y="3228"/>
                  <a:pt x="5841" y="3292"/>
                  <a:pt x="5864" y="3345"/>
                </a:cubicBezTo>
                <a:cubicBezTo>
                  <a:pt x="5887" y="3397"/>
                  <a:pt x="5906" y="3470"/>
                  <a:pt x="5906" y="3506"/>
                </a:cubicBezTo>
                <a:cubicBezTo>
                  <a:pt x="5906" y="3543"/>
                  <a:pt x="5921" y="3594"/>
                  <a:pt x="5938" y="3620"/>
                </a:cubicBezTo>
                <a:cubicBezTo>
                  <a:pt x="5956" y="3647"/>
                  <a:pt x="5966" y="3676"/>
                  <a:pt x="5960" y="3687"/>
                </a:cubicBezTo>
                <a:cubicBezTo>
                  <a:pt x="5954" y="3697"/>
                  <a:pt x="5969" y="3754"/>
                  <a:pt x="5993" y="3814"/>
                </a:cubicBezTo>
                <a:cubicBezTo>
                  <a:pt x="6016" y="3873"/>
                  <a:pt x="6029" y="3921"/>
                  <a:pt x="6020" y="3921"/>
                </a:cubicBezTo>
                <a:cubicBezTo>
                  <a:pt x="6011" y="3921"/>
                  <a:pt x="6024" y="3959"/>
                  <a:pt x="6048" y="4006"/>
                </a:cubicBezTo>
                <a:cubicBezTo>
                  <a:pt x="6072" y="4053"/>
                  <a:pt x="6098" y="4134"/>
                  <a:pt x="6107" y="4186"/>
                </a:cubicBezTo>
                <a:cubicBezTo>
                  <a:pt x="6115" y="4238"/>
                  <a:pt x="6142" y="4328"/>
                  <a:pt x="6164" y="4386"/>
                </a:cubicBezTo>
                <a:cubicBezTo>
                  <a:pt x="6187" y="4444"/>
                  <a:pt x="6201" y="4525"/>
                  <a:pt x="6195" y="4565"/>
                </a:cubicBezTo>
                <a:cubicBezTo>
                  <a:pt x="6188" y="4613"/>
                  <a:pt x="6195" y="4639"/>
                  <a:pt x="6215" y="4639"/>
                </a:cubicBezTo>
                <a:cubicBezTo>
                  <a:pt x="6231" y="4639"/>
                  <a:pt x="6264" y="4711"/>
                  <a:pt x="6287" y="4800"/>
                </a:cubicBezTo>
                <a:cubicBezTo>
                  <a:pt x="6310" y="4888"/>
                  <a:pt x="6390" y="5139"/>
                  <a:pt x="6465" y="5357"/>
                </a:cubicBezTo>
                <a:cubicBezTo>
                  <a:pt x="6539" y="5575"/>
                  <a:pt x="6601" y="5773"/>
                  <a:pt x="6601" y="5797"/>
                </a:cubicBezTo>
                <a:cubicBezTo>
                  <a:pt x="6602" y="5820"/>
                  <a:pt x="6616" y="5850"/>
                  <a:pt x="6634" y="5862"/>
                </a:cubicBezTo>
                <a:cubicBezTo>
                  <a:pt x="6651" y="5874"/>
                  <a:pt x="6665" y="5916"/>
                  <a:pt x="6665" y="5956"/>
                </a:cubicBezTo>
                <a:cubicBezTo>
                  <a:pt x="6665" y="5996"/>
                  <a:pt x="6678" y="6037"/>
                  <a:pt x="6694" y="6047"/>
                </a:cubicBezTo>
                <a:cubicBezTo>
                  <a:pt x="6709" y="6058"/>
                  <a:pt x="6739" y="6133"/>
                  <a:pt x="6760" y="6212"/>
                </a:cubicBezTo>
                <a:cubicBezTo>
                  <a:pt x="6802" y="6374"/>
                  <a:pt x="7025" y="6942"/>
                  <a:pt x="7076" y="7017"/>
                </a:cubicBezTo>
                <a:cubicBezTo>
                  <a:pt x="7094" y="7044"/>
                  <a:pt x="7109" y="7113"/>
                  <a:pt x="7109" y="7170"/>
                </a:cubicBezTo>
                <a:cubicBezTo>
                  <a:pt x="7109" y="7228"/>
                  <a:pt x="7123" y="7284"/>
                  <a:pt x="7140" y="7296"/>
                </a:cubicBezTo>
                <a:cubicBezTo>
                  <a:pt x="7158" y="7308"/>
                  <a:pt x="7172" y="7341"/>
                  <a:pt x="7172" y="7370"/>
                </a:cubicBezTo>
                <a:cubicBezTo>
                  <a:pt x="7172" y="7399"/>
                  <a:pt x="7191" y="7453"/>
                  <a:pt x="7214" y="7490"/>
                </a:cubicBezTo>
                <a:cubicBezTo>
                  <a:pt x="7237" y="7528"/>
                  <a:pt x="7252" y="7568"/>
                  <a:pt x="7246" y="7578"/>
                </a:cubicBezTo>
                <a:cubicBezTo>
                  <a:pt x="7241" y="7589"/>
                  <a:pt x="7254" y="7651"/>
                  <a:pt x="7277" y="7717"/>
                </a:cubicBezTo>
                <a:cubicBezTo>
                  <a:pt x="7300" y="7784"/>
                  <a:pt x="7313" y="7849"/>
                  <a:pt x="7306" y="7862"/>
                </a:cubicBezTo>
                <a:cubicBezTo>
                  <a:pt x="7292" y="7887"/>
                  <a:pt x="7455" y="8262"/>
                  <a:pt x="7593" y="8524"/>
                </a:cubicBezTo>
                <a:cubicBezTo>
                  <a:pt x="7715" y="8754"/>
                  <a:pt x="7789" y="8963"/>
                  <a:pt x="7788" y="9066"/>
                </a:cubicBezTo>
                <a:cubicBezTo>
                  <a:pt x="7787" y="9125"/>
                  <a:pt x="7795" y="9163"/>
                  <a:pt x="7805" y="9152"/>
                </a:cubicBezTo>
                <a:cubicBezTo>
                  <a:pt x="7822" y="9133"/>
                  <a:pt x="7928" y="9350"/>
                  <a:pt x="8105" y="9770"/>
                </a:cubicBezTo>
                <a:cubicBezTo>
                  <a:pt x="8174" y="9933"/>
                  <a:pt x="8180" y="9962"/>
                  <a:pt x="8152" y="10003"/>
                </a:cubicBezTo>
                <a:cubicBezTo>
                  <a:pt x="8125" y="10042"/>
                  <a:pt x="8111" y="10037"/>
                  <a:pt x="8073" y="9973"/>
                </a:cubicBezTo>
                <a:cubicBezTo>
                  <a:pt x="8047" y="9930"/>
                  <a:pt x="8001" y="9883"/>
                  <a:pt x="7970" y="9870"/>
                </a:cubicBezTo>
                <a:cubicBezTo>
                  <a:pt x="7939" y="9856"/>
                  <a:pt x="7897" y="9812"/>
                  <a:pt x="7877" y="9772"/>
                </a:cubicBezTo>
                <a:cubicBezTo>
                  <a:pt x="7857" y="9732"/>
                  <a:pt x="7831" y="9700"/>
                  <a:pt x="7821" y="9700"/>
                </a:cubicBezTo>
                <a:cubicBezTo>
                  <a:pt x="7810" y="9700"/>
                  <a:pt x="7777" y="9666"/>
                  <a:pt x="7747" y="9624"/>
                </a:cubicBezTo>
                <a:cubicBezTo>
                  <a:pt x="7718" y="9583"/>
                  <a:pt x="7671" y="9549"/>
                  <a:pt x="7644" y="9549"/>
                </a:cubicBezTo>
                <a:cubicBezTo>
                  <a:pt x="7617" y="9549"/>
                  <a:pt x="7586" y="9517"/>
                  <a:pt x="7574" y="9479"/>
                </a:cubicBezTo>
                <a:cubicBezTo>
                  <a:pt x="7562" y="9438"/>
                  <a:pt x="7502" y="9384"/>
                  <a:pt x="7430" y="9347"/>
                </a:cubicBezTo>
                <a:cubicBezTo>
                  <a:pt x="7362" y="9313"/>
                  <a:pt x="7288" y="9260"/>
                  <a:pt x="7266" y="9229"/>
                </a:cubicBezTo>
                <a:cubicBezTo>
                  <a:pt x="7243" y="9198"/>
                  <a:pt x="7209" y="9173"/>
                  <a:pt x="7189" y="9172"/>
                </a:cubicBezTo>
                <a:cubicBezTo>
                  <a:pt x="7169" y="9172"/>
                  <a:pt x="7120" y="9121"/>
                  <a:pt x="7080" y="9058"/>
                </a:cubicBezTo>
                <a:cubicBezTo>
                  <a:pt x="7040" y="8996"/>
                  <a:pt x="7000" y="8945"/>
                  <a:pt x="6990" y="8944"/>
                </a:cubicBezTo>
                <a:cubicBezTo>
                  <a:pt x="6980" y="8944"/>
                  <a:pt x="6948" y="8910"/>
                  <a:pt x="6919" y="8870"/>
                </a:cubicBezTo>
                <a:cubicBezTo>
                  <a:pt x="6890" y="8829"/>
                  <a:pt x="6850" y="8795"/>
                  <a:pt x="6831" y="8795"/>
                </a:cubicBezTo>
                <a:cubicBezTo>
                  <a:pt x="6812" y="8794"/>
                  <a:pt x="6760" y="8761"/>
                  <a:pt x="6715" y="8721"/>
                </a:cubicBezTo>
                <a:cubicBezTo>
                  <a:pt x="6484" y="8512"/>
                  <a:pt x="6270" y="8341"/>
                  <a:pt x="6241" y="8341"/>
                </a:cubicBezTo>
                <a:cubicBezTo>
                  <a:pt x="6223" y="8341"/>
                  <a:pt x="6191" y="8306"/>
                  <a:pt x="6170" y="8265"/>
                </a:cubicBezTo>
                <a:cubicBezTo>
                  <a:pt x="6149" y="8223"/>
                  <a:pt x="6111" y="8190"/>
                  <a:pt x="6085" y="8190"/>
                </a:cubicBezTo>
                <a:cubicBezTo>
                  <a:pt x="6059" y="8190"/>
                  <a:pt x="5994" y="8145"/>
                  <a:pt x="5939" y="8091"/>
                </a:cubicBezTo>
                <a:cubicBezTo>
                  <a:pt x="5885" y="8037"/>
                  <a:pt x="5810" y="7978"/>
                  <a:pt x="5773" y="7961"/>
                </a:cubicBezTo>
                <a:cubicBezTo>
                  <a:pt x="5665" y="7911"/>
                  <a:pt x="5548" y="7828"/>
                  <a:pt x="5522" y="7780"/>
                </a:cubicBezTo>
                <a:cubicBezTo>
                  <a:pt x="5508" y="7756"/>
                  <a:pt x="5477" y="7736"/>
                  <a:pt x="5452" y="7736"/>
                </a:cubicBezTo>
                <a:cubicBezTo>
                  <a:pt x="5428" y="7736"/>
                  <a:pt x="5399" y="7722"/>
                  <a:pt x="5388" y="7704"/>
                </a:cubicBezTo>
                <a:cubicBezTo>
                  <a:pt x="5377" y="7687"/>
                  <a:pt x="5312" y="7634"/>
                  <a:pt x="5242" y="7587"/>
                </a:cubicBezTo>
                <a:cubicBezTo>
                  <a:pt x="5172" y="7540"/>
                  <a:pt x="5096" y="7488"/>
                  <a:pt x="5073" y="7470"/>
                </a:cubicBezTo>
                <a:cubicBezTo>
                  <a:pt x="5050" y="7452"/>
                  <a:pt x="4991" y="7419"/>
                  <a:pt x="4942" y="7397"/>
                </a:cubicBezTo>
                <a:cubicBezTo>
                  <a:pt x="4893" y="7375"/>
                  <a:pt x="4848" y="7340"/>
                  <a:pt x="4841" y="7320"/>
                </a:cubicBezTo>
                <a:cubicBezTo>
                  <a:pt x="4834" y="7300"/>
                  <a:pt x="4809" y="7283"/>
                  <a:pt x="4787" y="7283"/>
                </a:cubicBezTo>
                <a:cubicBezTo>
                  <a:pt x="4764" y="7283"/>
                  <a:pt x="4729" y="7268"/>
                  <a:pt x="4709" y="7249"/>
                </a:cubicBezTo>
                <a:cubicBezTo>
                  <a:pt x="4639" y="7186"/>
                  <a:pt x="4521" y="7132"/>
                  <a:pt x="4454" y="7132"/>
                </a:cubicBezTo>
                <a:cubicBezTo>
                  <a:pt x="4413" y="7132"/>
                  <a:pt x="4382" y="7110"/>
                  <a:pt x="4374" y="7076"/>
                </a:cubicBezTo>
                <a:cubicBezTo>
                  <a:pt x="4368" y="7045"/>
                  <a:pt x="4346" y="7018"/>
                  <a:pt x="4327" y="7018"/>
                </a:cubicBezTo>
                <a:cubicBezTo>
                  <a:pt x="4308" y="7018"/>
                  <a:pt x="4268" y="6995"/>
                  <a:pt x="4238" y="6967"/>
                </a:cubicBezTo>
                <a:cubicBezTo>
                  <a:pt x="4209" y="6939"/>
                  <a:pt x="4146" y="6907"/>
                  <a:pt x="4099" y="6893"/>
                </a:cubicBezTo>
                <a:cubicBezTo>
                  <a:pt x="3999" y="6865"/>
                  <a:pt x="3812" y="6768"/>
                  <a:pt x="3723" y="6699"/>
                </a:cubicBezTo>
                <a:cubicBezTo>
                  <a:pt x="3664" y="6654"/>
                  <a:pt x="3558" y="6606"/>
                  <a:pt x="3375" y="6544"/>
                </a:cubicBezTo>
                <a:cubicBezTo>
                  <a:pt x="3334" y="6530"/>
                  <a:pt x="3292" y="6505"/>
                  <a:pt x="3280" y="6488"/>
                </a:cubicBezTo>
                <a:cubicBezTo>
                  <a:pt x="3269" y="6472"/>
                  <a:pt x="3207" y="6439"/>
                  <a:pt x="3143" y="6417"/>
                </a:cubicBezTo>
                <a:cubicBezTo>
                  <a:pt x="3079" y="6394"/>
                  <a:pt x="3008" y="6368"/>
                  <a:pt x="2985" y="6359"/>
                </a:cubicBezTo>
                <a:cubicBezTo>
                  <a:pt x="2962" y="6350"/>
                  <a:pt x="2895" y="6324"/>
                  <a:pt x="2837" y="6303"/>
                </a:cubicBezTo>
                <a:cubicBezTo>
                  <a:pt x="2779" y="6281"/>
                  <a:pt x="2713" y="6247"/>
                  <a:pt x="2690" y="6228"/>
                </a:cubicBezTo>
                <a:cubicBezTo>
                  <a:pt x="2666" y="6208"/>
                  <a:pt x="2595" y="6176"/>
                  <a:pt x="2531" y="6156"/>
                </a:cubicBezTo>
                <a:cubicBezTo>
                  <a:pt x="2467" y="6136"/>
                  <a:pt x="2292" y="6075"/>
                  <a:pt x="2142" y="6021"/>
                </a:cubicBezTo>
                <a:cubicBezTo>
                  <a:pt x="1992" y="5967"/>
                  <a:pt x="1830" y="5924"/>
                  <a:pt x="1782" y="5924"/>
                </a:cubicBezTo>
                <a:cubicBezTo>
                  <a:pt x="1735" y="5924"/>
                  <a:pt x="1687" y="5909"/>
                  <a:pt x="1676" y="5891"/>
                </a:cubicBezTo>
                <a:cubicBezTo>
                  <a:pt x="1640" y="5832"/>
                  <a:pt x="1128" y="5688"/>
                  <a:pt x="591" y="5585"/>
                </a:cubicBezTo>
                <a:cubicBezTo>
                  <a:pt x="469" y="5561"/>
                  <a:pt x="306" y="5525"/>
                  <a:pt x="228" y="5506"/>
                </a:cubicBezTo>
                <a:cubicBezTo>
                  <a:pt x="150" y="5486"/>
                  <a:pt x="68" y="5470"/>
                  <a:pt x="44" y="5470"/>
                </a:cubicBezTo>
                <a:lnTo>
                  <a:pt x="0" y="5470"/>
                </a:lnTo>
                <a:lnTo>
                  <a:pt x="0" y="13533"/>
                </a:lnTo>
                <a:lnTo>
                  <a:pt x="0" y="21598"/>
                </a:lnTo>
                <a:lnTo>
                  <a:pt x="10800" y="21598"/>
                </a:lnTo>
                <a:lnTo>
                  <a:pt x="21600" y="21598"/>
                </a:lnTo>
                <a:lnTo>
                  <a:pt x="21600" y="18009"/>
                </a:lnTo>
                <a:cubicBezTo>
                  <a:pt x="21600" y="16036"/>
                  <a:pt x="21593" y="14425"/>
                  <a:pt x="21584" y="14429"/>
                </a:cubicBezTo>
                <a:cubicBezTo>
                  <a:pt x="21550" y="14446"/>
                  <a:pt x="21459" y="14368"/>
                  <a:pt x="21393" y="14265"/>
                </a:cubicBezTo>
                <a:cubicBezTo>
                  <a:pt x="21355" y="14206"/>
                  <a:pt x="21312" y="14157"/>
                  <a:pt x="21297" y="14157"/>
                </a:cubicBezTo>
                <a:cubicBezTo>
                  <a:pt x="21282" y="14157"/>
                  <a:pt x="21233" y="14102"/>
                  <a:pt x="21187" y="14034"/>
                </a:cubicBezTo>
                <a:cubicBezTo>
                  <a:pt x="21141" y="13966"/>
                  <a:pt x="21059" y="13871"/>
                  <a:pt x="21004" y="13823"/>
                </a:cubicBezTo>
                <a:cubicBezTo>
                  <a:pt x="20949" y="13775"/>
                  <a:pt x="20904" y="13715"/>
                  <a:pt x="20904" y="13689"/>
                </a:cubicBezTo>
                <a:cubicBezTo>
                  <a:pt x="20904" y="13628"/>
                  <a:pt x="20824" y="13494"/>
                  <a:pt x="20806" y="13526"/>
                </a:cubicBezTo>
                <a:cubicBezTo>
                  <a:pt x="20789" y="13557"/>
                  <a:pt x="20609" y="13392"/>
                  <a:pt x="20529" y="13272"/>
                </a:cubicBezTo>
                <a:cubicBezTo>
                  <a:pt x="20494" y="13219"/>
                  <a:pt x="20455" y="13175"/>
                  <a:pt x="20443" y="13175"/>
                </a:cubicBezTo>
                <a:cubicBezTo>
                  <a:pt x="20431" y="13175"/>
                  <a:pt x="20413" y="13153"/>
                  <a:pt x="20404" y="13127"/>
                </a:cubicBezTo>
                <a:cubicBezTo>
                  <a:pt x="20395" y="13101"/>
                  <a:pt x="20359" y="13055"/>
                  <a:pt x="20325" y="13024"/>
                </a:cubicBezTo>
                <a:cubicBezTo>
                  <a:pt x="20291" y="12993"/>
                  <a:pt x="20168" y="12854"/>
                  <a:pt x="20051" y="12715"/>
                </a:cubicBezTo>
                <a:cubicBezTo>
                  <a:pt x="19935" y="12576"/>
                  <a:pt x="19835" y="12469"/>
                  <a:pt x="19830" y="12478"/>
                </a:cubicBezTo>
                <a:cubicBezTo>
                  <a:pt x="19825" y="12487"/>
                  <a:pt x="19783" y="12438"/>
                  <a:pt x="19735" y="12368"/>
                </a:cubicBezTo>
                <a:cubicBezTo>
                  <a:pt x="19647" y="12239"/>
                  <a:pt x="19470" y="12060"/>
                  <a:pt x="19470" y="12100"/>
                </a:cubicBezTo>
                <a:cubicBezTo>
                  <a:pt x="19470" y="12112"/>
                  <a:pt x="19442" y="12088"/>
                  <a:pt x="19408" y="12045"/>
                </a:cubicBezTo>
                <a:cubicBezTo>
                  <a:pt x="19375" y="12002"/>
                  <a:pt x="19342" y="11966"/>
                  <a:pt x="19335" y="11966"/>
                </a:cubicBezTo>
                <a:cubicBezTo>
                  <a:pt x="19322" y="11966"/>
                  <a:pt x="19029" y="11636"/>
                  <a:pt x="18998" y="11587"/>
                </a:cubicBezTo>
                <a:cubicBezTo>
                  <a:pt x="18989" y="11572"/>
                  <a:pt x="18990" y="11525"/>
                  <a:pt x="19003" y="11484"/>
                </a:cubicBezTo>
                <a:cubicBezTo>
                  <a:pt x="19036" y="11371"/>
                  <a:pt x="18994" y="11153"/>
                  <a:pt x="18920" y="11059"/>
                </a:cubicBezTo>
                <a:cubicBezTo>
                  <a:pt x="18886" y="11015"/>
                  <a:pt x="18863" y="10962"/>
                  <a:pt x="18870" y="10942"/>
                </a:cubicBezTo>
                <a:cubicBezTo>
                  <a:pt x="18877" y="10923"/>
                  <a:pt x="18874" y="10910"/>
                  <a:pt x="18864" y="10914"/>
                </a:cubicBezTo>
                <a:cubicBezTo>
                  <a:pt x="18855" y="10918"/>
                  <a:pt x="18819" y="10900"/>
                  <a:pt x="18784" y="10874"/>
                </a:cubicBezTo>
                <a:cubicBezTo>
                  <a:pt x="18690" y="10804"/>
                  <a:pt x="18659" y="10796"/>
                  <a:pt x="18394" y="10773"/>
                </a:cubicBezTo>
                <a:cubicBezTo>
                  <a:pt x="18102" y="10748"/>
                  <a:pt x="18054" y="10704"/>
                  <a:pt x="18043" y="10457"/>
                </a:cubicBezTo>
                <a:cubicBezTo>
                  <a:pt x="18040" y="10368"/>
                  <a:pt x="18049" y="10251"/>
                  <a:pt x="18064" y="10196"/>
                </a:cubicBezTo>
                <a:cubicBezTo>
                  <a:pt x="18095" y="10088"/>
                  <a:pt x="18152" y="9727"/>
                  <a:pt x="18190" y="9398"/>
                </a:cubicBezTo>
                <a:cubicBezTo>
                  <a:pt x="18203" y="9284"/>
                  <a:pt x="18221" y="9172"/>
                  <a:pt x="18229" y="9150"/>
                </a:cubicBezTo>
                <a:cubicBezTo>
                  <a:pt x="18255" y="9078"/>
                  <a:pt x="18288" y="8632"/>
                  <a:pt x="18288" y="8344"/>
                </a:cubicBezTo>
                <a:cubicBezTo>
                  <a:pt x="18288" y="8054"/>
                  <a:pt x="18256" y="7623"/>
                  <a:pt x="18225" y="7490"/>
                </a:cubicBezTo>
                <a:cubicBezTo>
                  <a:pt x="18215" y="7449"/>
                  <a:pt x="18192" y="7339"/>
                  <a:pt x="18172" y="7245"/>
                </a:cubicBezTo>
                <a:cubicBezTo>
                  <a:pt x="18153" y="7152"/>
                  <a:pt x="18124" y="7049"/>
                  <a:pt x="18109" y="7018"/>
                </a:cubicBezTo>
                <a:cubicBezTo>
                  <a:pt x="18093" y="6987"/>
                  <a:pt x="18079" y="6950"/>
                  <a:pt x="18078" y="6935"/>
                </a:cubicBezTo>
                <a:cubicBezTo>
                  <a:pt x="18069" y="6824"/>
                  <a:pt x="17988" y="6569"/>
                  <a:pt x="17946" y="6519"/>
                </a:cubicBezTo>
                <a:cubicBezTo>
                  <a:pt x="17917" y="6485"/>
                  <a:pt x="17863" y="6372"/>
                  <a:pt x="17826" y="6267"/>
                </a:cubicBezTo>
                <a:cubicBezTo>
                  <a:pt x="17771" y="6114"/>
                  <a:pt x="17740" y="6067"/>
                  <a:pt x="17673" y="6034"/>
                </a:cubicBezTo>
                <a:cubicBezTo>
                  <a:pt x="17627" y="6012"/>
                  <a:pt x="17554" y="5958"/>
                  <a:pt x="17511" y="5914"/>
                </a:cubicBezTo>
                <a:cubicBezTo>
                  <a:pt x="17246" y="5640"/>
                  <a:pt x="17117" y="5526"/>
                  <a:pt x="16896" y="5373"/>
                </a:cubicBezTo>
                <a:cubicBezTo>
                  <a:pt x="16855" y="5345"/>
                  <a:pt x="16783" y="5322"/>
                  <a:pt x="16734" y="5321"/>
                </a:cubicBezTo>
                <a:cubicBezTo>
                  <a:pt x="16685" y="5320"/>
                  <a:pt x="16640" y="5303"/>
                  <a:pt x="16633" y="5283"/>
                </a:cubicBezTo>
                <a:cubicBezTo>
                  <a:pt x="16627" y="5263"/>
                  <a:pt x="16576" y="5236"/>
                  <a:pt x="16521" y="5222"/>
                </a:cubicBezTo>
                <a:cubicBezTo>
                  <a:pt x="16466" y="5208"/>
                  <a:pt x="16412" y="5186"/>
                  <a:pt x="16401" y="5174"/>
                </a:cubicBezTo>
                <a:cubicBezTo>
                  <a:pt x="16390" y="5162"/>
                  <a:pt x="16342" y="5148"/>
                  <a:pt x="16296" y="5142"/>
                </a:cubicBezTo>
                <a:cubicBezTo>
                  <a:pt x="16249" y="5136"/>
                  <a:pt x="16169" y="5123"/>
                  <a:pt x="16119" y="5112"/>
                </a:cubicBezTo>
                <a:cubicBezTo>
                  <a:pt x="16069" y="5102"/>
                  <a:pt x="15893" y="5117"/>
                  <a:pt x="15728" y="5147"/>
                </a:cubicBezTo>
                <a:cubicBezTo>
                  <a:pt x="15564" y="5177"/>
                  <a:pt x="15352" y="5211"/>
                  <a:pt x="15257" y="5221"/>
                </a:cubicBezTo>
                <a:cubicBezTo>
                  <a:pt x="15155" y="5232"/>
                  <a:pt x="15056" y="5266"/>
                  <a:pt x="15015" y="5304"/>
                </a:cubicBezTo>
                <a:cubicBezTo>
                  <a:pt x="14942" y="5371"/>
                  <a:pt x="14764" y="5462"/>
                  <a:pt x="14639" y="5496"/>
                </a:cubicBezTo>
                <a:cubicBezTo>
                  <a:pt x="14598" y="5507"/>
                  <a:pt x="14551" y="5536"/>
                  <a:pt x="14533" y="5561"/>
                </a:cubicBezTo>
                <a:cubicBezTo>
                  <a:pt x="14516" y="5585"/>
                  <a:pt x="14445" y="5637"/>
                  <a:pt x="14376" y="5675"/>
                </a:cubicBezTo>
                <a:cubicBezTo>
                  <a:pt x="14306" y="5713"/>
                  <a:pt x="14202" y="5784"/>
                  <a:pt x="14146" y="5833"/>
                </a:cubicBezTo>
                <a:cubicBezTo>
                  <a:pt x="14090" y="5883"/>
                  <a:pt x="14032" y="5924"/>
                  <a:pt x="14017" y="5924"/>
                </a:cubicBezTo>
                <a:cubicBezTo>
                  <a:pt x="14001" y="5924"/>
                  <a:pt x="13941" y="5966"/>
                  <a:pt x="13884" y="6018"/>
                </a:cubicBezTo>
                <a:cubicBezTo>
                  <a:pt x="13826" y="6070"/>
                  <a:pt x="13771" y="6112"/>
                  <a:pt x="13761" y="6113"/>
                </a:cubicBezTo>
                <a:cubicBezTo>
                  <a:pt x="13743" y="6113"/>
                  <a:pt x="13657" y="6190"/>
                  <a:pt x="13284" y="6543"/>
                </a:cubicBezTo>
                <a:cubicBezTo>
                  <a:pt x="13183" y="6638"/>
                  <a:pt x="13089" y="6716"/>
                  <a:pt x="13075" y="6716"/>
                </a:cubicBezTo>
                <a:cubicBezTo>
                  <a:pt x="13062" y="6716"/>
                  <a:pt x="13010" y="6776"/>
                  <a:pt x="12961" y="6849"/>
                </a:cubicBezTo>
                <a:cubicBezTo>
                  <a:pt x="12911" y="6921"/>
                  <a:pt x="12862" y="6981"/>
                  <a:pt x="12852" y="6981"/>
                </a:cubicBezTo>
                <a:cubicBezTo>
                  <a:pt x="12842" y="6981"/>
                  <a:pt x="12801" y="6931"/>
                  <a:pt x="12761" y="6869"/>
                </a:cubicBezTo>
                <a:cubicBezTo>
                  <a:pt x="12720" y="6808"/>
                  <a:pt x="12675" y="6756"/>
                  <a:pt x="12659" y="6755"/>
                </a:cubicBezTo>
                <a:cubicBezTo>
                  <a:pt x="12644" y="6755"/>
                  <a:pt x="12587" y="6694"/>
                  <a:pt x="12533" y="6621"/>
                </a:cubicBezTo>
                <a:cubicBezTo>
                  <a:pt x="12417" y="6462"/>
                  <a:pt x="12110" y="6072"/>
                  <a:pt x="12061" y="6018"/>
                </a:cubicBezTo>
                <a:cubicBezTo>
                  <a:pt x="11939" y="5886"/>
                  <a:pt x="11722" y="5599"/>
                  <a:pt x="11713" y="5559"/>
                </a:cubicBezTo>
                <a:cubicBezTo>
                  <a:pt x="11708" y="5532"/>
                  <a:pt x="11722" y="5446"/>
                  <a:pt x="11745" y="5368"/>
                </a:cubicBezTo>
                <a:cubicBezTo>
                  <a:pt x="11875" y="4915"/>
                  <a:pt x="11897" y="4830"/>
                  <a:pt x="11897" y="4764"/>
                </a:cubicBezTo>
                <a:cubicBezTo>
                  <a:pt x="11897" y="4724"/>
                  <a:pt x="11905" y="4676"/>
                  <a:pt x="11915" y="4656"/>
                </a:cubicBezTo>
                <a:cubicBezTo>
                  <a:pt x="11951" y="4584"/>
                  <a:pt x="11986" y="4158"/>
                  <a:pt x="11986" y="3808"/>
                </a:cubicBezTo>
                <a:cubicBezTo>
                  <a:pt x="11986" y="3532"/>
                  <a:pt x="11976" y="3400"/>
                  <a:pt x="11941" y="3235"/>
                </a:cubicBezTo>
                <a:cubicBezTo>
                  <a:pt x="11897" y="3032"/>
                  <a:pt x="11888" y="2972"/>
                  <a:pt x="11861" y="2751"/>
                </a:cubicBezTo>
                <a:cubicBezTo>
                  <a:pt x="11845" y="2618"/>
                  <a:pt x="11712" y="2335"/>
                  <a:pt x="11666" y="2335"/>
                </a:cubicBezTo>
                <a:cubicBezTo>
                  <a:pt x="11645" y="2335"/>
                  <a:pt x="11616" y="2310"/>
                  <a:pt x="11602" y="2278"/>
                </a:cubicBezTo>
                <a:cubicBezTo>
                  <a:pt x="11587" y="2247"/>
                  <a:pt x="11562" y="2222"/>
                  <a:pt x="11546" y="2222"/>
                </a:cubicBezTo>
                <a:cubicBezTo>
                  <a:pt x="11530" y="2222"/>
                  <a:pt x="11499" y="2189"/>
                  <a:pt x="11477" y="2149"/>
                </a:cubicBezTo>
                <a:cubicBezTo>
                  <a:pt x="11415" y="2039"/>
                  <a:pt x="11362" y="1997"/>
                  <a:pt x="11174" y="1914"/>
                </a:cubicBezTo>
                <a:cubicBezTo>
                  <a:pt x="11078" y="1871"/>
                  <a:pt x="10981" y="1815"/>
                  <a:pt x="10958" y="1789"/>
                </a:cubicBezTo>
                <a:cubicBezTo>
                  <a:pt x="10914" y="1740"/>
                  <a:pt x="10656" y="1712"/>
                  <a:pt x="10389" y="1728"/>
                </a:cubicBezTo>
                <a:cubicBezTo>
                  <a:pt x="10077" y="1746"/>
                  <a:pt x="9616" y="2004"/>
                  <a:pt x="9192" y="2398"/>
                </a:cubicBezTo>
                <a:cubicBezTo>
                  <a:pt x="9076" y="2505"/>
                  <a:pt x="9002" y="2501"/>
                  <a:pt x="8909" y="2382"/>
                </a:cubicBezTo>
                <a:cubicBezTo>
                  <a:pt x="8872" y="2335"/>
                  <a:pt x="8829" y="2298"/>
                  <a:pt x="8812" y="2298"/>
                </a:cubicBezTo>
                <a:cubicBezTo>
                  <a:pt x="8796" y="2298"/>
                  <a:pt x="8761" y="2256"/>
                  <a:pt x="8734" y="2206"/>
                </a:cubicBezTo>
                <a:cubicBezTo>
                  <a:pt x="8708" y="2155"/>
                  <a:pt x="8662" y="2103"/>
                  <a:pt x="8631" y="2089"/>
                </a:cubicBezTo>
                <a:cubicBezTo>
                  <a:pt x="8600" y="2076"/>
                  <a:pt x="8560" y="2043"/>
                  <a:pt x="8543" y="2016"/>
                </a:cubicBezTo>
                <a:cubicBezTo>
                  <a:pt x="8525" y="1988"/>
                  <a:pt x="8436" y="1894"/>
                  <a:pt x="8343" y="1806"/>
                </a:cubicBezTo>
                <a:cubicBezTo>
                  <a:pt x="8250" y="1718"/>
                  <a:pt x="8126" y="1598"/>
                  <a:pt x="8068" y="1538"/>
                </a:cubicBezTo>
                <a:cubicBezTo>
                  <a:pt x="8010" y="1478"/>
                  <a:pt x="7910" y="1380"/>
                  <a:pt x="7847" y="1322"/>
                </a:cubicBezTo>
                <a:cubicBezTo>
                  <a:pt x="7783" y="1263"/>
                  <a:pt x="7698" y="1179"/>
                  <a:pt x="7659" y="1135"/>
                </a:cubicBezTo>
                <a:cubicBezTo>
                  <a:pt x="7619" y="1091"/>
                  <a:pt x="7580" y="1062"/>
                  <a:pt x="7571" y="1071"/>
                </a:cubicBezTo>
                <a:cubicBezTo>
                  <a:pt x="7563" y="1080"/>
                  <a:pt x="7544" y="1063"/>
                  <a:pt x="7530" y="1032"/>
                </a:cubicBezTo>
                <a:cubicBezTo>
                  <a:pt x="7516" y="1001"/>
                  <a:pt x="7493" y="975"/>
                  <a:pt x="7480" y="975"/>
                </a:cubicBezTo>
                <a:cubicBezTo>
                  <a:pt x="7443" y="975"/>
                  <a:pt x="7122" y="674"/>
                  <a:pt x="7096" y="614"/>
                </a:cubicBezTo>
                <a:cubicBezTo>
                  <a:pt x="7083" y="585"/>
                  <a:pt x="7068" y="570"/>
                  <a:pt x="7062" y="580"/>
                </a:cubicBezTo>
                <a:cubicBezTo>
                  <a:pt x="7052" y="598"/>
                  <a:pt x="6967" y="544"/>
                  <a:pt x="6824" y="430"/>
                </a:cubicBezTo>
                <a:cubicBezTo>
                  <a:pt x="6789" y="403"/>
                  <a:pt x="6715" y="344"/>
                  <a:pt x="6660" y="300"/>
                </a:cubicBezTo>
                <a:cubicBezTo>
                  <a:pt x="6604" y="256"/>
                  <a:pt x="6543" y="220"/>
                  <a:pt x="6523" y="220"/>
                </a:cubicBezTo>
                <a:cubicBezTo>
                  <a:pt x="6503" y="220"/>
                  <a:pt x="6439" y="188"/>
                  <a:pt x="6381" y="150"/>
                </a:cubicBezTo>
                <a:cubicBezTo>
                  <a:pt x="6323" y="112"/>
                  <a:pt x="6206" y="58"/>
                  <a:pt x="6122" y="31"/>
                </a:cubicBezTo>
                <a:cubicBezTo>
                  <a:pt x="6054" y="9"/>
                  <a:pt x="6011" y="-2"/>
                  <a:pt x="5965" y="0"/>
                </a:cubicBezTo>
                <a:close/>
              </a:path>
            </a:pathLst>
          </a:custGeom>
          <a:ln w="12700">
            <a:miter lim="400000"/>
          </a:ln>
        </p:spPr>
      </p:pic>
      <p:sp>
        <p:nvSpPr>
          <p:cNvPr id="134" name="Welcome!…"/>
          <p:cNvSpPr txBox="1">
            <a:spLocks noGrp="1"/>
          </p:cNvSpPr>
          <p:nvPr>
            <p:ph type="ctrTitle"/>
          </p:nvPr>
        </p:nvSpPr>
        <p:spPr>
          <a:xfrm>
            <a:off x="463132" y="171553"/>
            <a:ext cx="12072442" cy="4566612"/>
          </a:xfrm>
          <a:prstGeom prst="rect">
            <a:avLst/>
          </a:prstGeom>
        </p:spPr>
        <p:txBody>
          <a:bodyPr>
            <a:normAutofit fontScale="90000"/>
          </a:bodyPr>
          <a:lstStyle/>
          <a:p>
            <a:pPr defTabSz="379729">
              <a:defRPr sz="6500"/>
            </a:pPr>
            <a:r>
              <a:rPr dirty="0"/>
              <a:t>Welcome!</a:t>
            </a:r>
          </a:p>
          <a:p>
            <a:pPr defTabSz="379729">
              <a:defRPr sz="6500"/>
            </a:pPr>
            <a:endParaRPr dirty="0"/>
          </a:p>
          <a:p>
            <a:pPr defTabSz="379729">
              <a:defRPr sz="6500"/>
            </a:pPr>
            <a:r>
              <a:rPr dirty="0"/>
              <a:t> </a:t>
            </a:r>
            <a:r>
              <a:rPr b="1" dirty="0"/>
              <a:t>CMSE 201</a:t>
            </a:r>
            <a:r>
              <a:rPr lang="en-US" b="1" dirty="0"/>
              <a:t>-###</a:t>
            </a:r>
            <a:endParaRPr b="1" dirty="0"/>
          </a:p>
          <a:p>
            <a:pPr defTabSz="379729">
              <a:defRPr sz="6500"/>
            </a:pPr>
            <a:r>
              <a:rPr dirty="0"/>
              <a:t>Computational Modeling</a:t>
            </a:r>
          </a:p>
          <a:p>
            <a:pPr defTabSz="379729">
              <a:defRPr sz="6500"/>
            </a:pPr>
            <a:r>
              <a:rPr dirty="0"/>
              <a:t>and Data Analysis</a:t>
            </a:r>
            <a:r>
              <a:rPr lang="en-US" dirty="0"/>
              <a:t> I</a:t>
            </a:r>
            <a:endParaRPr dirty="0"/>
          </a:p>
        </p:txBody>
      </p:sp>
      <p:sp>
        <p:nvSpPr>
          <p:cNvPr id="135" name="CMSE 201-00&lt;#&gt;…"/>
          <p:cNvSpPr txBox="1">
            <a:spLocks noGrp="1"/>
          </p:cNvSpPr>
          <p:nvPr>
            <p:ph type="subTitle" idx="1"/>
          </p:nvPr>
        </p:nvSpPr>
        <p:spPr>
          <a:xfrm>
            <a:off x="0" y="5159941"/>
            <a:ext cx="13004800" cy="3457966"/>
          </a:xfrm>
          <a:prstGeom prst="rect">
            <a:avLst/>
          </a:prstGeom>
        </p:spPr>
        <p:txBody>
          <a:bodyPr vert="horz" lIns="91440" tIns="45720" rIns="91440" bIns="45720" rtlCol="0" anchor="t">
            <a:normAutofit/>
          </a:bodyPr>
          <a:lstStyle/>
          <a:p>
            <a:r>
              <a:rPr lang="en-US" sz="4400" dirty="0">
                <a:latin typeface="Arial"/>
                <a:cs typeface="Arial"/>
              </a:rPr>
              <a:t>Dr. &lt;INSTRUCTOR NAME&gt;</a:t>
            </a:r>
          </a:p>
          <a:p>
            <a:r>
              <a:rPr lang="en-US" sz="4400" dirty="0">
                <a:latin typeface="Arial"/>
                <a:cs typeface="Arial"/>
              </a:rPr>
              <a:t>&lt;TA NAME&gt; (TA)</a:t>
            </a:r>
          </a:p>
          <a:p>
            <a:r>
              <a:rPr lang="en-US" sz="4400" dirty="0">
                <a:latin typeface="Arial"/>
                <a:cs typeface="Arial"/>
              </a:rPr>
              <a:t>&lt;LA NAME&gt; (LA)</a:t>
            </a:r>
          </a:p>
          <a:p>
            <a:r>
              <a:rPr lang="en-US" sz="4400" dirty="0">
                <a:latin typeface="Arial"/>
                <a:cs typeface="Arial"/>
              </a:rPr>
              <a:t>&lt;LA NAME&gt; (LA)</a:t>
            </a:r>
          </a:p>
        </p:txBody>
      </p:sp>
      <p:sp>
        <p:nvSpPr>
          <p:cNvPr id="136" name="Slide Number"/>
          <p:cNvSpPr txBox="1">
            <a:spLocks noGrp="1"/>
          </p:cNvSpPr>
          <p:nvPr>
            <p:ph type="sldNum" sz="quarter" idx="12"/>
          </p:nvPr>
        </p:nvSpPr>
        <p:spPr>
          <a:xfrm>
            <a:off x="6377052" y="9271000"/>
            <a:ext cx="244603" cy="35560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0A0A4-AF19-6A4E-81BF-FEB6216913BA}"/>
              </a:ext>
            </a:extLst>
          </p:cNvPr>
          <p:cNvSpPr>
            <a:spLocks noGrp="1"/>
          </p:cNvSpPr>
          <p:nvPr>
            <p:ph type="title"/>
          </p:nvPr>
        </p:nvSpPr>
        <p:spPr/>
        <p:txBody>
          <a:bodyPr/>
          <a:lstStyle/>
          <a:p>
            <a:r>
              <a:rPr lang="en-US"/>
              <a:t>About Me</a:t>
            </a:r>
          </a:p>
        </p:txBody>
      </p:sp>
      <p:sp>
        <p:nvSpPr>
          <p:cNvPr id="4" name="Coding in Python: By the end of the CMSE 201 you will be a proficient programmer/coder in Python. You should be able to use Python to help you in all of future classes.…">
            <a:extLst>
              <a:ext uri="{FF2B5EF4-FFF2-40B4-BE49-F238E27FC236}">
                <a16:creationId xmlns:a16="http://schemas.microsoft.com/office/drawing/2014/main" id="{979A26D9-C3CA-C841-9CCE-D6E07511DF6F}"/>
              </a:ext>
            </a:extLst>
          </p:cNvPr>
          <p:cNvSpPr txBox="1">
            <a:spLocks noGrp="1"/>
          </p:cNvSpPr>
          <p:nvPr>
            <p:ph idx="1"/>
          </p:nvPr>
        </p:nvSpPr>
        <p:spPr>
          <a:xfrm>
            <a:off x="894080" y="2596444"/>
            <a:ext cx="5376091" cy="6188570"/>
          </a:xfrm>
          <a:prstGeom prst="rect">
            <a:avLst/>
          </a:prstGeom>
        </p:spPr>
        <p:txBody>
          <a:bodyPr vert="horz" lIns="91440" tIns="45720" rIns="91440" bIns="45720" rtlCol="0" anchor="t">
            <a:normAutofit/>
          </a:bodyPr>
          <a:lstStyle/>
          <a:p>
            <a:pPr marL="425450" indent="-425450" defTabSz="391414">
              <a:spcBef>
                <a:spcPts val="2800"/>
              </a:spcBef>
              <a:buBlip>
                <a:blip r:embed="rId2"/>
              </a:buBlip>
              <a:defRPr sz="3082"/>
            </a:pPr>
            <a:r>
              <a:rPr lang="en-US" sz="3050" b="1" dirty="0">
                <a:solidFill>
                  <a:srgbClr val="2D544A"/>
                </a:solidFill>
                <a:latin typeface="Arial"/>
                <a:cs typeface="Arial"/>
              </a:rPr>
              <a:t>You can put some bullets about yourself here, and maybe some pictures.</a:t>
            </a:r>
          </a:p>
          <a:p>
            <a:pPr marL="425450" indent="-425450" defTabSz="391414">
              <a:spcBef>
                <a:spcPts val="2800"/>
              </a:spcBef>
              <a:buBlip>
                <a:blip r:embed="rId2"/>
              </a:buBlip>
              <a:defRPr sz="3082"/>
            </a:pPr>
            <a:r>
              <a:rPr lang="en-US" sz="3050" b="1" dirty="0">
                <a:solidFill>
                  <a:srgbClr val="2D544A"/>
                </a:solidFill>
                <a:latin typeface="Arial"/>
                <a:cs typeface="Arial"/>
              </a:rPr>
              <a:t>You can include information about your research</a:t>
            </a:r>
          </a:p>
          <a:p>
            <a:pPr marL="425450" indent="-425450" defTabSz="391414">
              <a:spcBef>
                <a:spcPts val="2800"/>
              </a:spcBef>
              <a:buBlip>
                <a:blip r:embed="rId2"/>
              </a:buBlip>
              <a:defRPr sz="3082"/>
            </a:pPr>
            <a:r>
              <a:rPr lang="en-US" sz="3050" b="1" dirty="0">
                <a:solidFill>
                  <a:srgbClr val="2D544A"/>
                </a:solidFill>
                <a:latin typeface="Arial"/>
                <a:cs typeface="Arial"/>
              </a:rPr>
              <a:t>Or your hobbies</a:t>
            </a:r>
          </a:p>
          <a:p>
            <a:pPr marL="425450" indent="-425450" defTabSz="391414">
              <a:spcBef>
                <a:spcPts val="2800"/>
              </a:spcBef>
              <a:buBlip>
                <a:blip r:embed="rId2"/>
              </a:buBlip>
              <a:defRPr sz="3082"/>
            </a:pPr>
            <a:r>
              <a:rPr lang="en-US" sz="3050" b="1" dirty="0">
                <a:solidFill>
                  <a:srgbClr val="2D544A"/>
                </a:solidFill>
                <a:latin typeface="Arial"/>
                <a:cs typeface="Arial"/>
              </a:rPr>
              <a:t>This helps students to get to know you!</a:t>
            </a:r>
          </a:p>
        </p:txBody>
      </p:sp>
    </p:spTree>
    <p:extLst>
      <p:ext uri="{BB962C8B-B14F-4D97-AF65-F5344CB8AC3E}">
        <p14:creationId xmlns:p14="http://schemas.microsoft.com/office/powerpoint/2010/main" val="28795989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0A0A4-AF19-6A4E-81BF-FEB6216913BA}"/>
              </a:ext>
            </a:extLst>
          </p:cNvPr>
          <p:cNvSpPr>
            <a:spLocks noGrp="1"/>
          </p:cNvSpPr>
          <p:nvPr>
            <p:ph type="title"/>
          </p:nvPr>
        </p:nvSpPr>
        <p:spPr/>
        <p:txBody>
          <a:bodyPr/>
          <a:lstStyle/>
          <a:p>
            <a:r>
              <a:rPr lang="en-US" sz="4650" dirty="0">
                <a:latin typeface="Avenir Book"/>
              </a:rPr>
              <a:t>How to Contact Me</a:t>
            </a:r>
            <a:endParaRPr lang="en-US" dirty="0"/>
          </a:p>
        </p:txBody>
      </p:sp>
      <p:sp>
        <p:nvSpPr>
          <p:cNvPr id="4" name="Coding in Python: By the end of the CMSE 201 you will be a proficient programmer/coder in Python. You should be able to use Python to help you in all of future classes.…">
            <a:extLst>
              <a:ext uri="{FF2B5EF4-FFF2-40B4-BE49-F238E27FC236}">
                <a16:creationId xmlns:a16="http://schemas.microsoft.com/office/drawing/2014/main" id="{979A26D9-C3CA-C841-9CCE-D6E07511DF6F}"/>
              </a:ext>
            </a:extLst>
          </p:cNvPr>
          <p:cNvSpPr txBox="1">
            <a:spLocks noGrp="1"/>
          </p:cNvSpPr>
          <p:nvPr>
            <p:ph idx="1"/>
          </p:nvPr>
        </p:nvSpPr>
        <p:spPr>
          <a:xfrm>
            <a:off x="894080" y="2562154"/>
            <a:ext cx="5376091" cy="6188570"/>
          </a:xfrm>
          <a:prstGeom prst="rect">
            <a:avLst/>
          </a:prstGeom>
        </p:spPr>
        <p:txBody>
          <a:bodyPr vert="horz" lIns="91440" tIns="45720" rIns="91440" bIns="45720" rtlCol="0" anchor="t">
            <a:normAutofit/>
          </a:bodyPr>
          <a:lstStyle/>
          <a:p>
            <a:pPr marL="425450" indent="-425450" defTabSz="391414">
              <a:spcBef>
                <a:spcPts val="2800"/>
              </a:spcBef>
              <a:buBlip>
                <a:blip r:embed="rId2"/>
              </a:buBlip>
              <a:defRPr sz="3082"/>
            </a:pPr>
            <a:r>
              <a:rPr lang="en-US" sz="3050" b="1" dirty="0">
                <a:solidFill>
                  <a:srgbClr val="2D544A"/>
                </a:solidFill>
                <a:latin typeface="Arial"/>
                <a:cs typeface="Arial"/>
              </a:rPr>
              <a:t>Include information about how students can find you and get a hold of you.</a:t>
            </a:r>
          </a:p>
          <a:p>
            <a:pPr marL="425450" indent="-425450" defTabSz="391414">
              <a:spcBef>
                <a:spcPts val="2800"/>
              </a:spcBef>
              <a:buBlip>
                <a:blip r:embed="rId2"/>
              </a:buBlip>
              <a:defRPr sz="3082"/>
            </a:pPr>
            <a:r>
              <a:rPr lang="en-US" sz="3050" b="1" dirty="0">
                <a:solidFill>
                  <a:srgbClr val="2D544A"/>
                </a:solidFill>
                <a:latin typeface="Arial"/>
                <a:cs typeface="Arial"/>
              </a:rPr>
              <a:t>Encourage them to come to office hours for anything and everything. It shouldn’t just be a place for when they have specific issues or problems with the course.</a:t>
            </a:r>
            <a:endParaRPr lang="en-US" sz="3050" b="1" dirty="0">
              <a:solidFill>
                <a:srgbClr val="2D544A"/>
              </a:solidFill>
              <a:cs typeface="Arial" panose="020B0604020202020204" pitchFamily="34" charset="0"/>
            </a:endParaRPr>
          </a:p>
          <a:p>
            <a:pPr marL="425450" indent="-425450" defTabSz="391414">
              <a:spcBef>
                <a:spcPts val="2800"/>
              </a:spcBef>
              <a:buBlip>
                <a:blip r:embed="rId2"/>
              </a:buBlip>
              <a:defRPr sz="3082"/>
            </a:pPr>
            <a:endParaRPr lang="en-US" sz="3082" dirty="0">
              <a:solidFill>
                <a:srgbClr val="000000"/>
              </a:solidFill>
              <a:cs typeface="Arial" panose="020B0604020202020204" pitchFamily="34" charset="0"/>
            </a:endParaRPr>
          </a:p>
        </p:txBody>
      </p:sp>
    </p:spTree>
    <p:extLst>
      <p:ext uri="{BB962C8B-B14F-4D97-AF65-F5344CB8AC3E}">
        <p14:creationId xmlns:p14="http://schemas.microsoft.com/office/powerpoint/2010/main" val="35821238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8" name="The Three Threads of CMSE 201"/>
          <p:cNvSpPr txBox="1">
            <a:spLocks noGrp="1"/>
          </p:cNvSpPr>
          <p:nvPr>
            <p:ph type="title"/>
          </p:nvPr>
        </p:nvSpPr>
        <p:spPr>
          <a:prstGeom prst="rect">
            <a:avLst/>
          </a:prstGeom>
        </p:spPr>
        <p:txBody>
          <a:bodyPr>
            <a:normAutofit fontScale="90000"/>
          </a:bodyPr>
          <a:lstStyle/>
          <a:p>
            <a:r>
              <a:rPr lang="en-US" dirty="0"/>
              <a:t>COVID Safety (this is from past semesters, but you might want to highlight you policy for illness and how to keep it out of the classroom)</a:t>
            </a:r>
            <a:endParaRPr dirty="0"/>
          </a:p>
        </p:txBody>
      </p:sp>
      <p:sp>
        <p:nvSpPr>
          <p:cNvPr id="139" name="Coding in Python: By the end of the CMSE 201 you will be a proficient programmer/coder in Python. You should be able to use Python to help you in all of future classes.…"/>
          <p:cNvSpPr txBox="1">
            <a:spLocks noGrp="1"/>
          </p:cNvSpPr>
          <p:nvPr>
            <p:ph type="body" idx="1"/>
          </p:nvPr>
        </p:nvSpPr>
        <p:spPr>
          <a:prstGeom prst="rect">
            <a:avLst/>
          </a:prstGeom>
        </p:spPr>
        <p:txBody>
          <a:bodyPr>
            <a:normAutofit/>
          </a:bodyPr>
          <a:lstStyle/>
          <a:p>
            <a:pPr marL="425450" indent="-425450" defTabSz="391414">
              <a:spcBef>
                <a:spcPts val="2800"/>
              </a:spcBef>
              <a:buBlip>
                <a:blip r:embed="rId2"/>
              </a:buBlip>
              <a:defRPr sz="3082"/>
            </a:pPr>
            <a:r>
              <a:rPr lang="en-US" b="1" dirty="0">
                <a:solidFill>
                  <a:srgbClr val="2D544A"/>
                </a:solidFill>
              </a:rPr>
              <a:t>Correctly worn masks are </a:t>
            </a:r>
            <a:r>
              <a:rPr lang="en-US" b="1" u="sng" dirty="0">
                <a:solidFill>
                  <a:srgbClr val="2D544A"/>
                </a:solidFill>
              </a:rPr>
              <a:t>REQUIRED</a:t>
            </a:r>
          </a:p>
          <a:p>
            <a:pPr marL="913145" lvl="1" indent="-425450" defTabSz="391414">
              <a:spcBef>
                <a:spcPts val="2800"/>
              </a:spcBef>
              <a:defRPr sz="3082"/>
            </a:pPr>
            <a:r>
              <a:rPr lang="en-US" b="1" dirty="0">
                <a:solidFill>
                  <a:srgbClr val="2D544A"/>
                </a:solidFill>
              </a:rPr>
              <a:t>University Policy</a:t>
            </a:r>
          </a:p>
          <a:p>
            <a:pPr marL="1400840" lvl="2" indent="-425450" defTabSz="391414">
              <a:spcBef>
                <a:spcPts val="2800"/>
              </a:spcBef>
              <a:defRPr sz="3082"/>
            </a:pPr>
            <a:r>
              <a:rPr lang="en-US" dirty="0">
                <a:solidFill>
                  <a:srgbClr val="2D544A"/>
                </a:solidFill>
              </a:rPr>
              <a:t>Students who do not wear properly fitting masks will be dismissed from class</a:t>
            </a:r>
          </a:p>
          <a:p>
            <a:pPr marL="1400840" lvl="2" indent="-425450" defTabSz="391414">
              <a:spcBef>
                <a:spcPts val="2800"/>
              </a:spcBef>
              <a:defRPr sz="3082"/>
            </a:pPr>
            <a:r>
              <a:rPr lang="en-US" dirty="0">
                <a:solidFill>
                  <a:srgbClr val="2D544A"/>
                </a:solidFill>
              </a:rPr>
              <a:t>The entire class will be dismissed if the student refuses to leave</a:t>
            </a:r>
          </a:p>
          <a:p>
            <a:pPr marL="425450" indent="-425450" defTabSz="391414">
              <a:spcBef>
                <a:spcPts val="2800"/>
              </a:spcBef>
              <a:defRPr sz="3082"/>
            </a:pPr>
            <a:r>
              <a:rPr lang="en-US" dirty="0">
                <a:solidFill>
                  <a:srgbClr val="2D544A"/>
                </a:solidFill>
              </a:rPr>
              <a:t>Please do not come to class if you are sick or have had a COVID exposure</a:t>
            </a:r>
          </a:p>
          <a:p>
            <a:pPr marL="913145" lvl="1" indent="-425450" defTabSz="391414">
              <a:spcBef>
                <a:spcPts val="2800"/>
              </a:spcBef>
              <a:defRPr sz="3082"/>
            </a:pPr>
            <a:r>
              <a:rPr lang="en-US" dirty="0">
                <a:solidFill>
                  <a:srgbClr val="2D544A"/>
                </a:solidFill>
              </a:rPr>
              <a:t>I will maintain a Zoom room to participate remotely</a:t>
            </a:r>
          </a:p>
        </p:txBody>
      </p:sp>
      <p:sp>
        <p:nvSpPr>
          <p:cNvPr id="140" name="Slide Number"/>
          <p:cNvSpPr txBox="1">
            <a:spLocks noGrp="1"/>
          </p:cNvSpPr>
          <p:nvPr>
            <p:ph type="sldNum" sz="quarter" idx="2"/>
          </p:nvPr>
        </p:nvSpPr>
        <p:spPr>
          <a:xfrm>
            <a:off x="6377052" y="9271000"/>
            <a:ext cx="244603" cy="35560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5</a:t>
            </a:fld>
            <a:endParaRPr/>
          </a:p>
        </p:txBody>
      </p:sp>
    </p:spTree>
    <p:extLst>
      <p:ext uri="{BB962C8B-B14F-4D97-AF65-F5344CB8AC3E}">
        <p14:creationId xmlns:p14="http://schemas.microsoft.com/office/powerpoint/2010/main" val="2438337530"/>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The Three Threads of CMSE 201"/>
          <p:cNvSpPr txBox="1">
            <a:spLocks noGrp="1"/>
          </p:cNvSpPr>
          <p:nvPr>
            <p:ph type="title"/>
          </p:nvPr>
        </p:nvSpPr>
        <p:spPr>
          <a:prstGeom prst="rect">
            <a:avLst/>
          </a:prstGeom>
        </p:spPr>
        <p:txBody>
          <a:bodyPr>
            <a:normAutofit/>
          </a:bodyPr>
          <a:lstStyle/>
          <a:p>
            <a:r>
              <a:t>The Three Threads of CMSE 201</a:t>
            </a:r>
          </a:p>
        </p:txBody>
      </p:sp>
      <p:sp>
        <p:nvSpPr>
          <p:cNvPr id="139" name="Coding in Python: By the end of the CMSE 201 you will be a proficient programmer/coder in Python. You should be able to use Python to help you in all of future classes.…"/>
          <p:cNvSpPr txBox="1">
            <a:spLocks noGrp="1"/>
          </p:cNvSpPr>
          <p:nvPr>
            <p:ph type="body" idx="1"/>
          </p:nvPr>
        </p:nvSpPr>
        <p:spPr>
          <a:prstGeom prst="rect">
            <a:avLst/>
          </a:prstGeom>
        </p:spPr>
        <p:txBody>
          <a:bodyPr>
            <a:normAutofit lnSpcReduction="10000"/>
          </a:bodyPr>
          <a:lstStyle/>
          <a:p>
            <a:pPr marL="425450" indent="-425450" defTabSz="391414">
              <a:spcBef>
                <a:spcPts val="2800"/>
              </a:spcBef>
              <a:buBlip>
                <a:blip r:embed="rId2"/>
              </a:buBlip>
              <a:defRPr sz="3082"/>
            </a:pPr>
            <a:r>
              <a:rPr b="1">
                <a:solidFill>
                  <a:srgbClr val="2D544A"/>
                </a:solidFill>
              </a:rPr>
              <a:t>Coding in Python</a:t>
            </a:r>
            <a:r>
              <a:t>: By the end of the CMSE 201 you will be a proficient programmer/coder in Python. You should be able to use Python to help you in all of future classes.</a:t>
            </a:r>
          </a:p>
          <a:p>
            <a:pPr marL="425450" indent="-425450" defTabSz="391414">
              <a:spcBef>
                <a:spcPts val="2800"/>
              </a:spcBef>
              <a:buBlip>
                <a:blip r:embed="rId2"/>
              </a:buBlip>
              <a:defRPr sz="3082"/>
            </a:pPr>
            <a:r>
              <a:rPr b="1">
                <a:solidFill>
                  <a:srgbClr val="2D544A"/>
                </a:solidFill>
              </a:rPr>
              <a:t>Modeling</a:t>
            </a:r>
            <a:r>
              <a:t>: You will learn how to build models that allow you to quantitatively solve complex problems in science, engineering and beyond. Combined with the coding aspect of the course, these models will be turned into computational models.</a:t>
            </a:r>
          </a:p>
          <a:p>
            <a:pPr marL="425450" indent="-425450" defTabSz="391414">
              <a:spcBef>
                <a:spcPts val="2800"/>
              </a:spcBef>
              <a:buBlip>
                <a:blip r:embed="rId2"/>
              </a:buBlip>
              <a:defRPr sz="3082"/>
            </a:pPr>
            <a:r>
              <a:rPr b="1">
                <a:solidFill>
                  <a:srgbClr val="2D544A"/>
                </a:solidFill>
              </a:rPr>
              <a:t>Data Analysis</a:t>
            </a:r>
            <a:r>
              <a:t>: You will learn how to handle real-world data: find it, analyze it, and draw quantitative conclusions from it. You will use your coding skills for this analysis and build models that reveal deeper insights into the data. </a:t>
            </a:r>
          </a:p>
        </p:txBody>
      </p:sp>
      <p:sp>
        <p:nvSpPr>
          <p:cNvPr id="140" name="Slide Number"/>
          <p:cNvSpPr txBox="1">
            <a:spLocks noGrp="1"/>
          </p:cNvSpPr>
          <p:nvPr>
            <p:ph type="sldNum" sz="quarter" idx="2"/>
          </p:nvPr>
        </p:nvSpPr>
        <p:spPr>
          <a:xfrm>
            <a:off x="6377052" y="9271000"/>
            <a:ext cx="244603" cy="35560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6</a:t>
            </a:fld>
            <a:endParaRP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Course Structure"/>
          <p:cNvSpPr txBox="1">
            <a:spLocks noGrp="1"/>
          </p:cNvSpPr>
          <p:nvPr>
            <p:ph type="title"/>
          </p:nvPr>
        </p:nvSpPr>
        <p:spPr>
          <a:xfrm>
            <a:off x="1270000" y="254000"/>
            <a:ext cx="10464800" cy="1932964"/>
          </a:xfrm>
          <a:prstGeom prst="rect">
            <a:avLst/>
          </a:prstGeom>
        </p:spPr>
        <p:txBody>
          <a:bodyPr/>
          <a:lstStyle/>
          <a:p>
            <a:r>
              <a:t>Course Structure</a:t>
            </a:r>
          </a:p>
        </p:txBody>
      </p:sp>
      <p:sp>
        <p:nvSpPr>
          <p:cNvPr id="143" name="This course will require a lot of work. There is a huge amount to learn. That is why it is a four credit course!…"/>
          <p:cNvSpPr txBox="1">
            <a:spLocks noGrp="1"/>
          </p:cNvSpPr>
          <p:nvPr>
            <p:ph type="body" idx="1"/>
          </p:nvPr>
        </p:nvSpPr>
        <p:spPr>
          <a:xfrm>
            <a:off x="945796" y="2028452"/>
            <a:ext cx="11351718" cy="6830735"/>
          </a:xfrm>
          <a:prstGeom prst="rect">
            <a:avLst/>
          </a:prstGeom>
        </p:spPr>
        <p:txBody>
          <a:bodyPr vert="horz" lIns="91440" tIns="45720" rIns="91440" bIns="45720" rtlCol="0" anchor="t">
            <a:normAutofit lnSpcReduction="10000"/>
          </a:bodyPr>
          <a:lstStyle/>
          <a:p>
            <a:pPr marL="387350" indent="-387350" defTabSz="356362">
              <a:spcBef>
                <a:spcPts val="2500"/>
              </a:spcBef>
              <a:buBlip>
                <a:blip r:embed="rId2"/>
              </a:buBlip>
              <a:defRPr sz="2806"/>
            </a:pPr>
            <a:r>
              <a:rPr sz="2800" dirty="0">
                <a:latin typeface="Arial"/>
                <a:cs typeface="Arial"/>
              </a:rPr>
              <a:t>This course will require a lot of work. There is a huge amount to learn. That is why it is a </a:t>
            </a:r>
            <a:r>
              <a:rPr sz="2800" b="1" dirty="0">
                <a:latin typeface="Arial"/>
                <a:cs typeface="Arial"/>
              </a:rPr>
              <a:t>four credit</a:t>
            </a:r>
            <a:r>
              <a:rPr sz="2800" dirty="0">
                <a:latin typeface="Arial"/>
                <a:cs typeface="Arial"/>
              </a:rPr>
              <a:t> course!</a:t>
            </a:r>
            <a:endParaRPr lang="en-US" sz="2800" dirty="0">
              <a:latin typeface="Arial"/>
              <a:cs typeface="Arial"/>
            </a:endParaRPr>
          </a:p>
          <a:p>
            <a:pPr marL="387350" indent="-387350" defTabSz="356362">
              <a:spcBef>
                <a:spcPts val="2500"/>
              </a:spcBef>
              <a:defRPr sz="2806"/>
            </a:pPr>
            <a:r>
              <a:rPr sz="2800" b="1" dirty="0">
                <a:solidFill>
                  <a:srgbClr val="2D544A"/>
                </a:solidFill>
                <a:latin typeface="Arial"/>
                <a:cs typeface="Arial"/>
              </a:rPr>
              <a:t>Flipped classroom:</a:t>
            </a:r>
            <a:r>
              <a:rPr sz="2800" dirty="0">
                <a:latin typeface="Arial"/>
                <a:cs typeface="Arial"/>
              </a:rPr>
              <a:t> The class is structured to have pre-class assignments, which you will do before coming to class and in-class assignments done during class, as part of a group.</a:t>
            </a:r>
            <a:r>
              <a:rPr lang="en-US" sz="2800" dirty="0">
                <a:latin typeface="Arial"/>
                <a:cs typeface="Arial"/>
              </a:rPr>
              <a:t>  </a:t>
            </a:r>
            <a:endParaRPr sz="2800" dirty="0">
              <a:cs typeface="Arial"/>
            </a:endParaRPr>
          </a:p>
          <a:p>
            <a:pPr marL="387350" indent="-387350" defTabSz="356362">
              <a:spcBef>
                <a:spcPts val="2500"/>
              </a:spcBef>
              <a:defRPr sz="2806"/>
            </a:pPr>
            <a:r>
              <a:rPr sz="2800" dirty="0">
                <a:latin typeface="Arial"/>
                <a:cs typeface="Arial"/>
              </a:rPr>
              <a:t>There </a:t>
            </a:r>
            <a:r>
              <a:rPr lang="en-US" sz="2800" dirty="0">
                <a:latin typeface="Arial"/>
                <a:cs typeface="Arial"/>
              </a:rPr>
              <a:t>will be a</a:t>
            </a:r>
            <a:r>
              <a:rPr sz="2800" dirty="0">
                <a:latin typeface="Arial"/>
                <a:cs typeface="Arial"/>
              </a:rPr>
              <a:t> homework </a:t>
            </a:r>
            <a:r>
              <a:rPr lang="en-US" sz="2800" dirty="0">
                <a:latin typeface="Arial"/>
                <a:cs typeface="Arial"/>
              </a:rPr>
              <a:t>roughly </a:t>
            </a:r>
            <a:r>
              <a:rPr sz="2800" dirty="0">
                <a:latin typeface="Arial"/>
                <a:cs typeface="Arial"/>
              </a:rPr>
              <a:t>every </a:t>
            </a:r>
            <a:r>
              <a:rPr lang="en-US" sz="2800" dirty="0">
                <a:latin typeface="Arial"/>
                <a:cs typeface="Arial"/>
              </a:rPr>
              <a:t>few</a:t>
            </a:r>
            <a:r>
              <a:rPr sz="2800" dirty="0">
                <a:latin typeface="Arial"/>
                <a:cs typeface="Arial"/>
              </a:rPr>
              <a:t> </a:t>
            </a:r>
            <a:r>
              <a:rPr lang="en-US" sz="2800" dirty="0">
                <a:latin typeface="Arial"/>
                <a:cs typeface="Arial"/>
              </a:rPr>
              <a:t>weeks</a:t>
            </a:r>
            <a:r>
              <a:rPr sz="2800" dirty="0">
                <a:latin typeface="Arial"/>
                <a:cs typeface="Arial"/>
              </a:rPr>
              <a:t>.</a:t>
            </a:r>
            <a:r>
              <a:rPr lang="en-US" sz="2800" dirty="0">
                <a:latin typeface="Arial"/>
                <a:cs typeface="Arial"/>
              </a:rPr>
              <a:t> You will also complete a code portfolio as part of your homework </a:t>
            </a:r>
            <a:r>
              <a:rPr lang="en-US" sz="2800">
                <a:latin typeface="Arial"/>
                <a:cs typeface="Arial"/>
              </a:rPr>
              <a:t>grade.</a:t>
            </a:r>
            <a:endParaRPr sz="2800" dirty="0">
              <a:latin typeface="Arial"/>
              <a:cs typeface="Arial"/>
            </a:endParaRPr>
          </a:p>
          <a:p>
            <a:pPr marL="387350" indent="-387350" defTabSz="356362">
              <a:spcBef>
                <a:spcPts val="2500"/>
              </a:spcBef>
              <a:defRPr sz="2806"/>
            </a:pPr>
            <a:r>
              <a:rPr sz="2800" dirty="0">
                <a:latin typeface="Arial"/>
                <a:cs typeface="Arial"/>
              </a:rPr>
              <a:t>Also, the only way to learn to code is to code. We will code in class every day. </a:t>
            </a:r>
            <a:r>
              <a:rPr lang="en-US" sz="2800" dirty="0">
                <a:latin typeface="Arial"/>
                <a:cs typeface="Arial"/>
              </a:rPr>
              <a:t>We will provide opportunities for additional practice.</a:t>
            </a:r>
            <a:endParaRPr lang="en-US" sz="2800" dirty="0">
              <a:cs typeface="Arial"/>
            </a:endParaRPr>
          </a:p>
          <a:p>
            <a:pPr marL="387350" indent="-387350" defTabSz="356362">
              <a:spcBef>
                <a:spcPts val="2500"/>
              </a:spcBef>
              <a:defRPr sz="2806"/>
            </a:pPr>
            <a:r>
              <a:rPr lang="en-US" sz="2800" dirty="0">
                <a:latin typeface="Arial"/>
                <a:cs typeface="Arial"/>
              </a:rPr>
              <a:t>We will have 4 quizzes based on class assignments every few weeks</a:t>
            </a:r>
          </a:p>
          <a:p>
            <a:pPr marL="387350" indent="-387350" defTabSz="356362">
              <a:spcBef>
                <a:spcPts val="2500"/>
              </a:spcBef>
              <a:defRPr sz="2806"/>
            </a:pPr>
            <a:r>
              <a:rPr sz="2800" dirty="0">
                <a:latin typeface="Arial"/>
                <a:cs typeface="Arial"/>
              </a:rPr>
              <a:t>There is a project: projects will be presented at the end of the semester, although we will </a:t>
            </a:r>
            <a:r>
              <a:rPr lang="en-US" sz="2800" dirty="0">
                <a:latin typeface="Arial"/>
                <a:cs typeface="Arial"/>
              </a:rPr>
              <a:t>plan </a:t>
            </a:r>
            <a:r>
              <a:rPr sz="2800" dirty="0">
                <a:latin typeface="Arial"/>
                <a:cs typeface="Arial"/>
              </a:rPr>
              <a:t>your </a:t>
            </a:r>
            <a:r>
              <a:rPr lang="en-US" sz="2800" dirty="0">
                <a:latin typeface="Arial"/>
                <a:cs typeface="Arial"/>
              </a:rPr>
              <a:t>projects throughout the semester</a:t>
            </a:r>
            <a:endParaRPr sz="2800" dirty="0">
              <a:cs typeface="Arial"/>
            </a:endParaRPr>
          </a:p>
        </p:txBody>
      </p:sp>
      <p:sp>
        <p:nvSpPr>
          <p:cNvPr id="144" name="Slide Number"/>
          <p:cNvSpPr txBox="1">
            <a:spLocks noGrp="1"/>
          </p:cNvSpPr>
          <p:nvPr>
            <p:ph type="sldNum" sz="quarter" idx="2"/>
          </p:nvPr>
        </p:nvSpPr>
        <p:spPr>
          <a:xfrm>
            <a:off x="6377052" y="9271000"/>
            <a:ext cx="244603" cy="35560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7</a:t>
            </a:fld>
            <a:endParaRP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Course Structure"/>
          <p:cNvSpPr txBox="1">
            <a:spLocks noGrp="1"/>
          </p:cNvSpPr>
          <p:nvPr>
            <p:ph type="title"/>
          </p:nvPr>
        </p:nvSpPr>
        <p:spPr>
          <a:xfrm>
            <a:off x="1270000" y="254000"/>
            <a:ext cx="10464800" cy="1932964"/>
          </a:xfrm>
          <a:prstGeom prst="rect">
            <a:avLst/>
          </a:prstGeom>
        </p:spPr>
        <p:txBody>
          <a:bodyPr/>
          <a:lstStyle/>
          <a:p>
            <a:r>
              <a:rPr lang="en-US" sz="4650" dirty="0">
                <a:latin typeface="Avenir Book"/>
              </a:rPr>
              <a:t>Inclusive Classrooms</a:t>
            </a:r>
            <a:endParaRPr dirty="0"/>
          </a:p>
        </p:txBody>
      </p:sp>
      <p:sp>
        <p:nvSpPr>
          <p:cNvPr id="143" name="This course will require a lot of work. There is a huge amount to learn. That is why it is a four credit course!…"/>
          <p:cNvSpPr txBox="1">
            <a:spLocks noGrp="1"/>
          </p:cNvSpPr>
          <p:nvPr>
            <p:ph type="body" idx="1"/>
          </p:nvPr>
        </p:nvSpPr>
        <p:spPr>
          <a:xfrm>
            <a:off x="945796" y="1756984"/>
            <a:ext cx="11351718" cy="6830735"/>
          </a:xfrm>
          <a:prstGeom prst="rect">
            <a:avLst/>
          </a:prstGeom>
        </p:spPr>
        <p:txBody>
          <a:bodyPr vert="horz" lIns="91440" tIns="45720" rIns="91440" bIns="45720" rtlCol="0" anchor="t">
            <a:normAutofit/>
          </a:bodyPr>
          <a:lstStyle/>
          <a:p>
            <a:pPr marL="387350" indent="-387350" defTabSz="356362">
              <a:spcBef>
                <a:spcPts val="2500"/>
              </a:spcBef>
              <a:defRPr sz="2806"/>
            </a:pPr>
            <a:r>
              <a:rPr lang="en-US" sz="2800" b="1" dirty="0">
                <a:solidFill>
                  <a:schemeClr val="accent6">
                    <a:lumMod val="50000"/>
                  </a:schemeClr>
                </a:solidFill>
                <a:latin typeface="Arial"/>
                <a:cs typeface="Arial"/>
              </a:rPr>
              <a:t>Inclusive classroom:</a:t>
            </a:r>
            <a:r>
              <a:rPr lang="en-US" sz="2800" dirty="0">
                <a:latin typeface="Arial"/>
                <a:cs typeface="Arial"/>
              </a:rPr>
              <a:t> Where instructors and students work together to create and sustain an environment in which everyone feels safe, supported, and encouraged to express their views and concerns (</a:t>
            </a:r>
            <a:r>
              <a:rPr lang="en-US" sz="2800" dirty="0" err="1">
                <a:latin typeface="Arial"/>
                <a:cs typeface="Arial"/>
              </a:rPr>
              <a:t>UMich</a:t>
            </a:r>
            <a:r>
              <a:rPr lang="en-US" sz="2800" dirty="0">
                <a:latin typeface="Arial"/>
                <a:cs typeface="Arial"/>
              </a:rPr>
              <a:t> CTL definition)</a:t>
            </a:r>
          </a:p>
          <a:p>
            <a:pPr marL="387350" indent="-387350" defTabSz="356362">
              <a:spcBef>
                <a:spcPts val="2500"/>
              </a:spcBef>
              <a:defRPr sz="2806"/>
            </a:pPr>
            <a:endParaRPr lang="en-US" sz="2800" dirty="0">
              <a:cs typeface="Arial"/>
            </a:endParaRPr>
          </a:p>
        </p:txBody>
      </p:sp>
      <p:sp>
        <p:nvSpPr>
          <p:cNvPr id="144" name="Slide Number"/>
          <p:cNvSpPr txBox="1">
            <a:spLocks noGrp="1"/>
          </p:cNvSpPr>
          <p:nvPr>
            <p:ph type="sldNum" sz="quarter" idx="2"/>
          </p:nvPr>
        </p:nvSpPr>
        <p:spPr>
          <a:xfrm>
            <a:off x="6377052" y="9271000"/>
            <a:ext cx="244603" cy="3556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8</a:t>
            </a:fld>
            <a:endParaRPr/>
          </a:p>
        </p:txBody>
      </p:sp>
    </p:spTree>
    <p:extLst>
      <p:ext uri="{BB962C8B-B14F-4D97-AF65-F5344CB8AC3E}">
        <p14:creationId xmlns:p14="http://schemas.microsoft.com/office/powerpoint/2010/main" val="151434852"/>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Course Structure"/>
          <p:cNvSpPr txBox="1">
            <a:spLocks noGrp="1"/>
          </p:cNvSpPr>
          <p:nvPr>
            <p:ph type="title"/>
          </p:nvPr>
        </p:nvSpPr>
        <p:spPr>
          <a:xfrm>
            <a:off x="1270000" y="254000"/>
            <a:ext cx="10464800" cy="1932964"/>
          </a:xfrm>
          <a:prstGeom prst="rect">
            <a:avLst/>
          </a:prstGeom>
        </p:spPr>
        <p:txBody>
          <a:bodyPr/>
          <a:lstStyle/>
          <a:p>
            <a:r>
              <a:rPr lang="en-US" sz="4650" dirty="0">
                <a:latin typeface="Avenir Book"/>
              </a:rPr>
              <a:t>Inclusive Classrooms</a:t>
            </a:r>
            <a:endParaRPr dirty="0"/>
          </a:p>
        </p:txBody>
      </p:sp>
      <p:sp>
        <p:nvSpPr>
          <p:cNvPr id="143" name="This course will require a lot of work. There is a huge amount to learn. That is why it is a four credit course!…"/>
          <p:cNvSpPr txBox="1">
            <a:spLocks noGrp="1"/>
          </p:cNvSpPr>
          <p:nvPr>
            <p:ph type="body" idx="1"/>
          </p:nvPr>
        </p:nvSpPr>
        <p:spPr>
          <a:xfrm>
            <a:off x="945796" y="2028452"/>
            <a:ext cx="11351718" cy="6830735"/>
          </a:xfrm>
          <a:prstGeom prst="rect">
            <a:avLst/>
          </a:prstGeom>
        </p:spPr>
        <p:txBody>
          <a:bodyPr vert="horz" lIns="91440" tIns="45720" rIns="91440" bIns="45720" rtlCol="0" anchor="t">
            <a:normAutofit/>
          </a:bodyPr>
          <a:lstStyle/>
          <a:p>
            <a:pPr marL="387350" indent="-387350" defTabSz="356362">
              <a:spcBef>
                <a:spcPts val="2500"/>
              </a:spcBef>
              <a:defRPr sz="2806"/>
            </a:pPr>
            <a:r>
              <a:rPr lang="en-US" sz="2800" b="1" dirty="0">
                <a:solidFill>
                  <a:schemeClr val="accent6">
                    <a:lumMod val="50000"/>
                  </a:schemeClr>
                </a:solidFill>
                <a:latin typeface="Arial"/>
                <a:cs typeface="Arial"/>
              </a:rPr>
              <a:t>Inclusive classroom:</a:t>
            </a:r>
            <a:r>
              <a:rPr lang="en-US" sz="2800" dirty="0">
                <a:latin typeface="Arial"/>
                <a:cs typeface="Arial"/>
              </a:rPr>
              <a:t> Where instructors and students work together to create and sustain an environment in which everyone feels safe, supported, and encouraged to express their views and concerns (</a:t>
            </a:r>
            <a:r>
              <a:rPr lang="en-US" sz="2800" dirty="0" err="1">
                <a:latin typeface="Arial"/>
                <a:cs typeface="Arial"/>
              </a:rPr>
              <a:t>UMich</a:t>
            </a:r>
            <a:r>
              <a:rPr lang="en-US" sz="2800" dirty="0">
                <a:latin typeface="Arial"/>
                <a:cs typeface="Arial"/>
              </a:rPr>
              <a:t> CTL definition)</a:t>
            </a:r>
          </a:p>
          <a:p>
            <a:pPr marL="387350" indent="-387350" defTabSz="356362">
              <a:spcBef>
                <a:spcPts val="2500"/>
              </a:spcBef>
              <a:defRPr sz="2806"/>
            </a:pPr>
            <a:endParaRPr lang="en-US" sz="2800" dirty="0">
              <a:cs typeface="Arial"/>
            </a:endParaRPr>
          </a:p>
        </p:txBody>
      </p:sp>
      <p:sp>
        <p:nvSpPr>
          <p:cNvPr id="144" name="Slide Number"/>
          <p:cNvSpPr txBox="1">
            <a:spLocks noGrp="1"/>
          </p:cNvSpPr>
          <p:nvPr>
            <p:ph type="sldNum" sz="quarter" idx="2"/>
          </p:nvPr>
        </p:nvSpPr>
        <p:spPr>
          <a:xfrm>
            <a:off x="6377052" y="9271000"/>
            <a:ext cx="244603" cy="35560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9</a:t>
            </a:fld>
            <a:endParaRPr/>
          </a:p>
        </p:txBody>
      </p:sp>
      <p:pic>
        <p:nvPicPr>
          <p:cNvPr id="3" name="Picture 4" descr="Chart&#10;&#10;Description automatically generated">
            <a:extLst>
              <a:ext uri="{FF2B5EF4-FFF2-40B4-BE49-F238E27FC236}">
                <a16:creationId xmlns:a16="http://schemas.microsoft.com/office/drawing/2014/main" id="{C422D564-AE77-DF77-A666-D1E13340277C}"/>
              </a:ext>
            </a:extLst>
          </p:cNvPr>
          <p:cNvPicPr>
            <a:picLocks noChangeAspect="1"/>
          </p:cNvPicPr>
          <p:nvPr/>
        </p:nvPicPr>
        <p:blipFill>
          <a:blip r:embed="rId2"/>
          <a:stretch>
            <a:fillRect/>
          </a:stretch>
        </p:blipFill>
        <p:spPr>
          <a:xfrm>
            <a:off x="282158" y="1093769"/>
            <a:ext cx="12720426" cy="7081161"/>
          </a:xfrm>
          <a:prstGeom prst="rect">
            <a:avLst/>
          </a:prstGeom>
        </p:spPr>
      </p:pic>
    </p:spTree>
    <p:extLst>
      <p:ext uri="{BB962C8B-B14F-4D97-AF65-F5344CB8AC3E}">
        <p14:creationId xmlns:p14="http://schemas.microsoft.com/office/powerpoint/2010/main" val="3324357304"/>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Course Structure"/>
          <p:cNvSpPr txBox="1">
            <a:spLocks noGrp="1"/>
          </p:cNvSpPr>
          <p:nvPr>
            <p:ph type="title"/>
          </p:nvPr>
        </p:nvSpPr>
        <p:spPr>
          <a:xfrm>
            <a:off x="1270000" y="254003"/>
            <a:ext cx="10464800" cy="1932964"/>
          </a:xfrm>
          <a:prstGeom prst="rect">
            <a:avLst/>
          </a:prstGeom>
        </p:spPr>
        <p:txBody>
          <a:bodyPr/>
          <a:lstStyle/>
          <a:p>
            <a:r>
              <a:rPr lang="en-US" sz="4650" dirty="0">
                <a:latin typeface="Avenir Book"/>
              </a:rPr>
              <a:t>Inclusive Classrooms</a:t>
            </a:r>
            <a:endParaRPr dirty="0"/>
          </a:p>
        </p:txBody>
      </p:sp>
      <p:sp>
        <p:nvSpPr>
          <p:cNvPr id="143" name="This course will require a lot of work. There is a huge amount to learn. That is why it is a four credit course!…"/>
          <p:cNvSpPr txBox="1">
            <a:spLocks noGrp="1"/>
          </p:cNvSpPr>
          <p:nvPr>
            <p:ph type="body" idx="1"/>
          </p:nvPr>
        </p:nvSpPr>
        <p:spPr>
          <a:xfrm>
            <a:off x="962941" y="1719845"/>
            <a:ext cx="11351718" cy="6830735"/>
          </a:xfrm>
          <a:prstGeom prst="rect">
            <a:avLst/>
          </a:prstGeom>
        </p:spPr>
        <p:txBody>
          <a:bodyPr vert="horz" lIns="91440" tIns="45720" rIns="91440" bIns="45720" rtlCol="0" anchor="t">
            <a:normAutofit/>
          </a:bodyPr>
          <a:lstStyle/>
          <a:p>
            <a:pPr marL="387350" indent="-387350" defTabSz="356362">
              <a:spcBef>
                <a:spcPts val="2500"/>
              </a:spcBef>
              <a:defRPr sz="2806"/>
            </a:pPr>
            <a:r>
              <a:rPr lang="en-US" sz="2800" b="1" dirty="0">
                <a:solidFill>
                  <a:schemeClr val="accent6">
                    <a:lumMod val="50000"/>
                  </a:schemeClr>
                </a:solidFill>
                <a:latin typeface="Arial"/>
                <a:cs typeface="Arial"/>
              </a:rPr>
              <a:t>Inclusive classroom:</a:t>
            </a:r>
            <a:r>
              <a:rPr lang="en-US" sz="2800" dirty="0">
                <a:latin typeface="Arial"/>
                <a:cs typeface="Arial"/>
              </a:rPr>
              <a:t> Where instructors and students work together to create and sustain an environment in which everyone feels safe, supported, and encouraged to express their views and concerns (</a:t>
            </a:r>
            <a:r>
              <a:rPr lang="en-US" sz="2800" dirty="0" err="1">
                <a:latin typeface="Arial"/>
                <a:cs typeface="Arial"/>
              </a:rPr>
              <a:t>UMich</a:t>
            </a:r>
            <a:r>
              <a:rPr lang="en-US" sz="2800" dirty="0">
                <a:latin typeface="Arial"/>
                <a:cs typeface="Arial"/>
              </a:rPr>
              <a:t> CTL definition)</a:t>
            </a:r>
          </a:p>
          <a:p>
            <a:pPr marL="387350" indent="-387350" defTabSz="356362">
              <a:spcBef>
                <a:spcPts val="2500"/>
              </a:spcBef>
              <a:defRPr sz="2806"/>
            </a:pPr>
            <a:r>
              <a:rPr lang="en-US" sz="2800" dirty="0">
                <a:latin typeface="Arial"/>
                <a:cs typeface="Arial"/>
              </a:rPr>
              <a:t>Here in CMSE, we strive to create inclusive classroom spaces, but we can't do it without you</a:t>
            </a:r>
            <a:endParaRPr lang="en-US" sz="2800" dirty="0">
              <a:cs typeface="Arial"/>
            </a:endParaRPr>
          </a:p>
          <a:p>
            <a:pPr marL="387350" indent="-387350" defTabSz="356362">
              <a:spcBef>
                <a:spcPts val="2500"/>
              </a:spcBef>
              <a:defRPr sz="2806"/>
            </a:pPr>
            <a:r>
              <a:rPr lang="en-US" sz="2800" dirty="0">
                <a:latin typeface="Arial"/>
                <a:cs typeface="Arial"/>
              </a:rPr>
              <a:t>As group members, you will need to work together to solve the problems we present while making sure that everyone has the chance to contribute to the effort</a:t>
            </a:r>
            <a:endParaRPr lang="en-US" sz="2400" dirty="0">
              <a:cs typeface="Arial"/>
            </a:endParaRPr>
          </a:p>
          <a:p>
            <a:pPr marL="387350" indent="-387350" defTabSz="356362">
              <a:spcBef>
                <a:spcPts val="2500"/>
              </a:spcBef>
              <a:defRPr sz="2806"/>
            </a:pPr>
            <a:endParaRPr lang="en-US" sz="2800" dirty="0">
              <a:cs typeface="Arial"/>
            </a:endParaRPr>
          </a:p>
        </p:txBody>
      </p:sp>
      <p:sp>
        <p:nvSpPr>
          <p:cNvPr id="144" name="Slide Number"/>
          <p:cNvSpPr txBox="1">
            <a:spLocks noGrp="1"/>
          </p:cNvSpPr>
          <p:nvPr>
            <p:ph type="sldNum" sz="quarter" idx="2"/>
          </p:nvPr>
        </p:nvSpPr>
        <p:spPr>
          <a:xfrm>
            <a:off x="6377052" y="9271000"/>
            <a:ext cx="244603" cy="35560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10</a:t>
            </a:fld>
            <a:endParaRPr/>
          </a:p>
        </p:txBody>
      </p:sp>
    </p:spTree>
    <p:extLst>
      <p:ext uri="{BB962C8B-B14F-4D97-AF65-F5344CB8AC3E}">
        <p14:creationId xmlns:p14="http://schemas.microsoft.com/office/powerpoint/2010/main" val="1349286695"/>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The Three Threads of CMSE 201"/>
          <p:cNvSpPr txBox="1">
            <a:spLocks noGrp="1"/>
          </p:cNvSpPr>
          <p:nvPr>
            <p:ph type="title"/>
          </p:nvPr>
        </p:nvSpPr>
        <p:spPr>
          <a:prstGeom prst="rect">
            <a:avLst/>
          </a:prstGeom>
        </p:spPr>
        <p:txBody>
          <a:bodyPr>
            <a:normAutofit/>
          </a:bodyPr>
          <a:lstStyle/>
          <a:p>
            <a:r>
              <a:rPr lang="en-US"/>
              <a:t>Common Student Concerns</a:t>
            </a:r>
            <a:endParaRPr/>
          </a:p>
        </p:txBody>
      </p:sp>
      <p:sp>
        <p:nvSpPr>
          <p:cNvPr id="139" name="Coding in Python: By the end of the CMSE 201 you will be a proficient programmer/coder in Python. You should be able to use Python to help you in all of future classes.…"/>
          <p:cNvSpPr txBox="1">
            <a:spLocks noGrp="1"/>
          </p:cNvSpPr>
          <p:nvPr>
            <p:ph type="body" idx="1"/>
          </p:nvPr>
        </p:nvSpPr>
        <p:spPr>
          <a:prstGeom prst="rect">
            <a:avLst/>
          </a:prstGeom>
        </p:spPr>
        <p:txBody>
          <a:bodyPr vert="horz" lIns="91440" tIns="45720" rIns="91440" bIns="45720" rtlCol="0" anchor="t">
            <a:normAutofit fontScale="85000" lnSpcReduction="20000"/>
          </a:bodyPr>
          <a:lstStyle/>
          <a:p>
            <a:pPr marL="425450" indent="-425450" defTabSz="391414">
              <a:spcBef>
                <a:spcPts val="2800"/>
              </a:spcBef>
              <a:buBlip>
                <a:blip r:embed="rId2"/>
              </a:buBlip>
              <a:defRPr sz="3082"/>
            </a:pPr>
            <a:r>
              <a:rPr lang="en-US" sz="3050" b="1" dirty="0">
                <a:solidFill>
                  <a:srgbClr val="2D544A"/>
                </a:solidFill>
                <a:latin typeface="Arial"/>
                <a:cs typeface="Arial"/>
              </a:rPr>
              <a:t>I’ve never programmed before! </a:t>
            </a:r>
            <a:r>
              <a:rPr lang="en-US" sz="3050" dirty="0">
                <a:latin typeface="Arial"/>
                <a:cs typeface="Arial"/>
              </a:rPr>
              <a:t>Most of your classmates have not programmed before either! This is an intro course and is designed to accommodate any amount of prior knowledge</a:t>
            </a:r>
            <a:r>
              <a:rPr lang="en-US" sz="3050" dirty="0">
                <a:solidFill>
                  <a:srgbClr val="2D544A"/>
                </a:solidFill>
                <a:latin typeface="Arial"/>
                <a:cs typeface="Arial"/>
              </a:rPr>
              <a:t>.</a:t>
            </a:r>
            <a:endParaRPr lang="en-US" sz="3050" b="1" dirty="0">
              <a:solidFill>
                <a:srgbClr val="2D544A"/>
              </a:solidFill>
              <a:latin typeface="Arial"/>
              <a:cs typeface="Arial"/>
            </a:endParaRPr>
          </a:p>
          <a:p>
            <a:pPr marL="425450" indent="-425450" defTabSz="391414">
              <a:spcBef>
                <a:spcPts val="2800"/>
              </a:spcBef>
              <a:buBlip>
                <a:blip r:embed="rId2"/>
              </a:buBlip>
              <a:defRPr sz="3082"/>
            </a:pPr>
            <a:r>
              <a:rPr lang="en-US" sz="3050" b="1" dirty="0">
                <a:solidFill>
                  <a:srgbClr val="2D544A"/>
                </a:solidFill>
                <a:latin typeface="Arial"/>
                <a:cs typeface="Arial"/>
              </a:rPr>
              <a:t>What if I fall behind?</a:t>
            </a:r>
            <a:r>
              <a:rPr sz="3050" dirty="0">
                <a:latin typeface="Arial"/>
                <a:cs typeface="Arial"/>
              </a:rPr>
              <a:t> </a:t>
            </a:r>
            <a:r>
              <a:rPr lang="en-US" sz="3050" dirty="0">
                <a:latin typeface="Arial"/>
                <a:cs typeface="Arial"/>
              </a:rPr>
              <a:t>You do need to do your best to keep up with the material. However, there are office hours every week day with TAs/LAs and professors. If you are having challenges that make it difficult to keep up with material, please reach out to Dr. &lt;INSTRUCTOR NAME&gt;!</a:t>
            </a:r>
          </a:p>
          <a:p>
            <a:pPr marL="425450" indent="-425450" defTabSz="391414">
              <a:spcBef>
                <a:spcPts val="2800"/>
              </a:spcBef>
              <a:buBlip>
                <a:blip r:embed="rId2"/>
              </a:buBlip>
              <a:defRPr sz="3082"/>
            </a:pPr>
            <a:r>
              <a:rPr lang="en-US" sz="3050" b="1" dirty="0">
                <a:solidFill>
                  <a:srgbClr val="2D544A"/>
                </a:solidFill>
                <a:latin typeface="Arial"/>
                <a:cs typeface="Arial"/>
              </a:rPr>
              <a:t>How do I get help?</a:t>
            </a:r>
            <a:r>
              <a:rPr sz="3050" dirty="0">
                <a:latin typeface="Arial"/>
                <a:cs typeface="Arial"/>
              </a:rPr>
              <a:t> </a:t>
            </a:r>
            <a:r>
              <a:rPr lang="en-US" sz="3050" dirty="0">
                <a:latin typeface="Arial"/>
                <a:cs typeface="Arial"/>
              </a:rPr>
              <a:t>Come to office and help room hours, post in our section Teams channel or the general CMSE 201 help Teams channel, email/DM Dr. &lt;INSTRUCTOR NAME&gt;!</a:t>
            </a:r>
          </a:p>
          <a:p>
            <a:pPr marL="425450" indent="-425450" defTabSz="391414">
              <a:spcBef>
                <a:spcPts val="2800"/>
              </a:spcBef>
              <a:defRPr sz="3082"/>
            </a:pPr>
            <a:r>
              <a:rPr lang="en-US" sz="3050" b="1" dirty="0">
                <a:solidFill>
                  <a:srgbClr val="2D544A"/>
                </a:solidFill>
                <a:latin typeface="Arial"/>
                <a:cs typeface="Arial"/>
              </a:rPr>
              <a:t>What resources do I have for class?</a:t>
            </a:r>
            <a:r>
              <a:rPr lang="en-US" sz="3050" dirty="0">
                <a:latin typeface="Arial"/>
                <a:cs typeface="Arial"/>
              </a:rPr>
              <a:t> Important course content will be posted on the class website and, in some cases, D2L. Look at those resources first, but if you can’t find what you’re looking for, contact me!</a:t>
            </a:r>
          </a:p>
        </p:txBody>
      </p:sp>
      <p:sp>
        <p:nvSpPr>
          <p:cNvPr id="140" name="Slide Number"/>
          <p:cNvSpPr txBox="1">
            <a:spLocks noGrp="1"/>
          </p:cNvSpPr>
          <p:nvPr>
            <p:ph type="sldNum" sz="quarter" idx="2"/>
          </p:nvPr>
        </p:nvSpPr>
        <p:spPr>
          <a:xfrm>
            <a:off x="6377052" y="9271000"/>
            <a:ext cx="244603" cy="35560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11</a:t>
            </a:fld>
            <a:endParaRPr/>
          </a:p>
        </p:txBody>
      </p:sp>
    </p:spTree>
    <p:extLst>
      <p:ext uri="{BB962C8B-B14F-4D97-AF65-F5344CB8AC3E}">
        <p14:creationId xmlns:p14="http://schemas.microsoft.com/office/powerpoint/2010/main" val="1288299496"/>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A few notes about…"/>
          <p:cNvSpPr txBox="1">
            <a:spLocks noGrp="1"/>
          </p:cNvSpPr>
          <p:nvPr>
            <p:ph type="title"/>
          </p:nvPr>
        </p:nvSpPr>
        <p:spPr>
          <a:prstGeom prst="rect">
            <a:avLst/>
          </a:prstGeom>
        </p:spPr>
        <p:txBody>
          <a:bodyPr>
            <a:normAutofit/>
          </a:bodyPr>
          <a:lstStyle/>
          <a:p>
            <a:r>
              <a:t>A few notes about</a:t>
            </a:r>
          </a:p>
          <a:p>
            <a:r>
              <a:t>the flipped classroom</a:t>
            </a:r>
          </a:p>
        </p:txBody>
      </p:sp>
      <p:sp>
        <p:nvSpPr>
          <p:cNvPr id="147" name="The flipped classroom environment will like feel very different than what you may be used to.…"/>
          <p:cNvSpPr txBox="1">
            <a:spLocks noGrp="1"/>
          </p:cNvSpPr>
          <p:nvPr>
            <p:ph type="body" idx="1"/>
          </p:nvPr>
        </p:nvSpPr>
        <p:spPr>
          <a:prstGeom prst="rect">
            <a:avLst/>
          </a:prstGeom>
        </p:spPr>
        <p:txBody>
          <a:bodyPr vert="horz" lIns="91440" tIns="45720" rIns="91440" bIns="45720" rtlCol="0" anchor="t">
            <a:normAutofit lnSpcReduction="10000"/>
          </a:bodyPr>
          <a:lstStyle/>
          <a:p>
            <a:pPr marL="577850" indent="-577850" defTabSz="531622">
              <a:spcBef>
                <a:spcPts val="3800"/>
              </a:spcBef>
              <a:defRPr sz="4186"/>
            </a:pPr>
            <a:r>
              <a:rPr sz="4150" dirty="0">
                <a:latin typeface="Arial"/>
                <a:cs typeface="Arial"/>
              </a:rPr>
              <a:t>The flipped classroom environment</a:t>
            </a:r>
            <a:r>
              <a:rPr lang="en-US" sz="4150" dirty="0">
                <a:latin typeface="Arial"/>
                <a:cs typeface="Arial"/>
              </a:rPr>
              <a:t> may</a:t>
            </a:r>
            <a:r>
              <a:rPr sz="4150" dirty="0">
                <a:latin typeface="Arial"/>
                <a:cs typeface="Arial"/>
              </a:rPr>
              <a:t> like feel very different than what you may be used to.</a:t>
            </a:r>
            <a:endParaRPr lang="en-US" sz="4150" dirty="0">
              <a:latin typeface="Arial"/>
              <a:cs typeface="Arial"/>
            </a:endParaRPr>
          </a:p>
          <a:p>
            <a:pPr marL="577850" indent="-577850" defTabSz="531622">
              <a:spcBef>
                <a:spcPts val="3800"/>
              </a:spcBef>
              <a:buBlip>
                <a:blip r:embed="rId2"/>
              </a:buBlip>
              <a:defRPr sz="4186"/>
            </a:pPr>
            <a:r>
              <a:rPr sz="4150" dirty="0">
                <a:latin typeface="Arial"/>
                <a:cs typeface="Arial"/>
              </a:rPr>
              <a:t>Learning takes place in a collaborative manner in which you learn by </a:t>
            </a:r>
            <a:r>
              <a:rPr sz="4150" u="sng" dirty="0">
                <a:latin typeface="Arial"/>
                <a:cs typeface="Arial"/>
              </a:rPr>
              <a:t>doing</a:t>
            </a:r>
            <a:r>
              <a:rPr sz="4150" dirty="0">
                <a:latin typeface="Arial"/>
                <a:cs typeface="Arial"/>
              </a:rPr>
              <a:t>, using knowledge you acquire before coming to class</a:t>
            </a:r>
            <a:endParaRPr sz="4150" u="sng" dirty="0">
              <a:latin typeface="Arial"/>
              <a:cs typeface="Arial"/>
            </a:endParaRPr>
          </a:p>
          <a:p>
            <a:pPr marL="577850" indent="-577850" defTabSz="531622">
              <a:spcBef>
                <a:spcPts val="3800"/>
              </a:spcBef>
              <a:buBlip>
                <a:blip r:embed="rId2"/>
              </a:buBlip>
              <a:defRPr sz="4186"/>
            </a:pPr>
            <a:r>
              <a:rPr sz="4150" dirty="0">
                <a:latin typeface="Arial"/>
                <a:cs typeface="Arial"/>
              </a:rPr>
              <a:t>Pre-class assignments are critical for maximizing your in-class experience</a:t>
            </a:r>
          </a:p>
        </p:txBody>
      </p:sp>
      <p:sp>
        <p:nvSpPr>
          <p:cNvPr id="148" name="Slide Number"/>
          <p:cNvSpPr txBox="1">
            <a:spLocks noGrp="1"/>
          </p:cNvSpPr>
          <p:nvPr>
            <p:ph type="sldNum" sz="quarter" idx="2"/>
          </p:nvPr>
        </p:nvSpPr>
        <p:spPr>
          <a:xfrm>
            <a:off x="6377052" y="9271000"/>
            <a:ext cx="244603" cy="35560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12</a:t>
            </a:fld>
            <a:endParaRP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F6ED8FF-1F42-CD12-C4B0-22DE112DB280}"/>
              </a:ext>
            </a:extLst>
          </p:cNvPr>
          <p:cNvSpPr>
            <a:spLocks noGrp="1"/>
          </p:cNvSpPr>
          <p:nvPr>
            <p:ph type="title"/>
          </p:nvPr>
        </p:nvSpPr>
        <p:spPr/>
        <p:txBody>
          <a:bodyPr/>
          <a:lstStyle/>
          <a:p>
            <a:r>
              <a:rPr lang="en-US" sz="4650" dirty="0">
                <a:latin typeface="Avenir Book"/>
              </a:rPr>
              <a:t>Measuring Student Learning</a:t>
            </a:r>
            <a:endParaRPr lang="en-US" dirty="0" err="1"/>
          </a:p>
        </p:txBody>
      </p:sp>
      <p:pic>
        <p:nvPicPr>
          <p:cNvPr id="20" name="Picture 20" descr="Chart&#10;&#10;Description automatically generated">
            <a:extLst>
              <a:ext uri="{FF2B5EF4-FFF2-40B4-BE49-F238E27FC236}">
                <a16:creationId xmlns:a16="http://schemas.microsoft.com/office/drawing/2014/main" id="{5272CCCB-D2B8-3AD2-954C-750AF8F2DDC9}"/>
              </a:ext>
            </a:extLst>
          </p:cNvPr>
          <p:cNvPicPr>
            <a:picLocks noChangeAspect="1"/>
          </p:cNvPicPr>
          <p:nvPr/>
        </p:nvPicPr>
        <p:blipFill>
          <a:blip r:embed="rId2"/>
          <a:stretch>
            <a:fillRect/>
          </a:stretch>
        </p:blipFill>
        <p:spPr>
          <a:xfrm>
            <a:off x="519471" y="2832928"/>
            <a:ext cx="12058694" cy="5840280"/>
          </a:xfrm>
          <a:prstGeom prst="rect">
            <a:avLst/>
          </a:prstGeom>
        </p:spPr>
      </p:pic>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6" name="Interactive engagement leads to more learning!"/>
          <p:cNvSpPr txBox="1">
            <a:spLocks noGrp="1"/>
          </p:cNvSpPr>
          <p:nvPr>
            <p:ph type="title"/>
          </p:nvPr>
        </p:nvSpPr>
        <p:spPr>
          <a:prstGeom prst="rect">
            <a:avLst/>
          </a:prstGeom>
        </p:spPr>
        <p:txBody>
          <a:bodyPr>
            <a:normAutofit/>
          </a:bodyPr>
          <a:lstStyle/>
          <a:p>
            <a:r>
              <a:t>Interactive engagement leads to more learning!</a:t>
            </a:r>
          </a:p>
        </p:txBody>
      </p:sp>
      <p:sp>
        <p:nvSpPr>
          <p:cNvPr id="157" name="Slide Number"/>
          <p:cNvSpPr txBox="1">
            <a:spLocks noGrp="1"/>
          </p:cNvSpPr>
          <p:nvPr>
            <p:ph type="sldNum" sz="quarter" idx="2"/>
          </p:nvPr>
        </p:nvSpPr>
        <p:spPr>
          <a:xfrm>
            <a:off x="6377052" y="9271000"/>
            <a:ext cx="244603" cy="35560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14</a:t>
            </a:fld>
            <a:endParaRPr/>
          </a:p>
        </p:txBody>
      </p:sp>
      <p:pic>
        <p:nvPicPr>
          <p:cNvPr id="158" name="Image" descr="Image"/>
          <p:cNvPicPr>
            <a:picLocks noChangeAspect="1"/>
          </p:cNvPicPr>
          <p:nvPr/>
        </p:nvPicPr>
        <p:blipFill>
          <a:blip r:embed="rId2"/>
          <a:stretch>
            <a:fillRect/>
          </a:stretch>
        </p:blipFill>
        <p:spPr>
          <a:xfrm>
            <a:off x="2594546" y="2802828"/>
            <a:ext cx="8433503" cy="4616668"/>
          </a:xfrm>
          <a:prstGeom prst="rect">
            <a:avLst/>
          </a:prstGeom>
          <a:ln w="12700">
            <a:miter lim="400000"/>
          </a:ln>
        </p:spPr>
      </p:pic>
      <p:sp>
        <p:nvSpPr>
          <p:cNvPr id="159" name="Active-engagement vs. traditional instruction for improving students’ conceptual understanding of basic physics concepts (taken from Laws et al., 1999)"/>
          <p:cNvSpPr txBox="1"/>
          <p:nvPr/>
        </p:nvSpPr>
        <p:spPr>
          <a:xfrm>
            <a:off x="1698018" y="7632844"/>
            <a:ext cx="11272228" cy="11584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lgn="l">
              <a:defRPr sz="2400">
                <a:solidFill>
                  <a:srgbClr val="000000"/>
                </a:solidFill>
                <a:latin typeface="Arial"/>
                <a:ea typeface="Arial"/>
                <a:cs typeface="Arial"/>
                <a:sym typeface="Arial"/>
              </a:defRPr>
            </a:lvl1pPr>
          </a:lstStyle>
          <a:p>
            <a:r>
              <a:t>Active-engagement vs. traditional instruction for improving students’ conceptual understanding of basic physics concepts (taken from Laws et al., 1999) </a:t>
            </a:r>
          </a:p>
        </p:txBody>
      </p:sp>
      <p:sp>
        <p:nvSpPr>
          <p:cNvPr id="160" name="Active engagement"/>
          <p:cNvSpPr txBox="1"/>
          <p:nvPr/>
        </p:nvSpPr>
        <p:spPr>
          <a:xfrm>
            <a:off x="8840468" y="4031702"/>
            <a:ext cx="2049388" cy="323553"/>
          </a:xfrm>
          <a:prstGeom prst="rect">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lgn="l">
              <a:defRPr sz="1600">
                <a:solidFill>
                  <a:srgbClr val="000000"/>
                </a:solidFill>
                <a:latin typeface="Arial"/>
                <a:ea typeface="Arial"/>
                <a:cs typeface="Arial"/>
                <a:sym typeface="Arial"/>
              </a:defRPr>
            </a:lvl1pPr>
          </a:lstStyle>
          <a:p>
            <a:r>
              <a:t>Active engagement</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Getting the most out of the flipped classroom"/>
          <p:cNvSpPr txBox="1">
            <a:spLocks noGrp="1"/>
          </p:cNvSpPr>
          <p:nvPr>
            <p:ph type="title"/>
          </p:nvPr>
        </p:nvSpPr>
        <p:spPr>
          <a:prstGeom prst="rect">
            <a:avLst/>
          </a:prstGeom>
        </p:spPr>
        <p:txBody>
          <a:bodyPr>
            <a:normAutofit/>
          </a:bodyPr>
          <a:lstStyle/>
          <a:p>
            <a:r>
              <a:t>Getting the most out of the flipped classroom</a:t>
            </a:r>
          </a:p>
        </p:txBody>
      </p:sp>
      <p:sp>
        <p:nvSpPr>
          <p:cNvPr id="164" name="Slide Number"/>
          <p:cNvSpPr txBox="1">
            <a:spLocks noGrp="1"/>
          </p:cNvSpPr>
          <p:nvPr>
            <p:ph type="sldNum" sz="quarter" idx="2"/>
          </p:nvPr>
        </p:nvSpPr>
        <p:spPr>
          <a:xfrm>
            <a:off x="6377052" y="9271000"/>
            <a:ext cx="244603" cy="35560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15</a:t>
            </a:fld>
            <a:endParaRPr/>
          </a:p>
        </p:txBody>
      </p:sp>
      <p:sp>
        <p:nvSpPr>
          <p:cNvPr id="5" name="The flipped classroom environment will like feel very different than what you may be used to.…">
            <a:extLst>
              <a:ext uri="{FF2B5EF4-FFF2-40B4-BE49-F238E27FC236}">
                <a16:creationId xmlns:a16="http://schemas.microsoft.com/office/drawing/2014/main" id="{873593FE-9E64-8243-A1CD-B210BDDDC738}"/>
              </a:ext>
            </a:extLst>
          </p:cNvPr>
          <p:cNvSpPr txBox="1">
            <a:spLocks/>
          </p:cNvSpPr>
          <p:nvPr/>
        </p:nvSpPr>
        <p:spPr>
          <a:xfrm>
            <a:off x="1270000" y="2470604"/>
            <a:ext cx="10464800" cy="5690154"/>
          </a:xfrm>
          <a:prstGeom prst="rect">
            <a:avLst/>
          </a:prstGeom>
        </p:spPr>
        <p:txBody>
          <a:bodyPr vert="horz" lIns="91440" tIns="45720" rIns="91440" bIns="45720" rtlCol="0" anchor="t">
            <a:normAutofit/>
          </a:bodyPr>
          <a:lstStyle>
            <a:lvl1pPr marL="243848" indent="-243848" algn="l" defTabSz="975390" rtl="0" eaLnBrk="1" latinLnBrk="0" hangingPunct="1">
              <a:lnSpc>
                <a:spcPct val="90000"/>
              </a:lnSpc>
              <a:spcBef>
                <a:spcPts val="1067"/>
              </a:spcBef>
              <a:buFont typeface="Arial" panose="020B0604020202020204" pitchFamily="34" charset="0"/>
              <a:buBlip>
                <a:blip r:embed="rId2"/>
              </a:buBlip>
              <a:defRPr sz="2987" kern="1200">
                <a:solidFill>
                  <a:srgbClr val="5E5E5E"/>
                </a:solidFill>
                <a:latin typeface="+mn-lt"/>
                <a:ea typeface="+mn-ea"/>
                <a:cs typeface="+mn-cs"/>
              </a:defRPr>
            </a:lvl1pPr>
            <a:lvl2pPr marL="731543" indent="-243848" algn="l" defTabSz="975390" rtl="0" eaLnBrk="1" latinLnBrk="0" hangingPunct="1">
              <a:lnSpc>
                <a:spcPct val="90000"/>
              </a:lnSpc>
              <a:spcBef>
                <a:spcPts val="533"/>
              </a:spcBef>
              <a:buFont typeface="Arial" panose="020B0604020202020204" pitchFamily="34" charset="0"/>
              <a:buBlip>
                <a:blip r:embed="rId2"/>
              </a:buBlip>
              <a:defRPr sz="2560" kern="1200">
                <a:solidFill>
                  <a:srgbClr val="5E5E5E"/>
                </a:solidFill>
                <a:latin typeface="+mn-lt"/>
                <a:ea typeface="+mn-ea"/>
                <a:cs typeface="+mn-cs"/>
              </a:defRPr>
            </a:lvl2pPr>
            <a:lvl3pPr marL="1219238" indent="-243848" algn="l" defTabSz="975390" rtl="0" eaLnBrk="1" latinLnBrk="0" hangingPunct="1">
              <a:lnSpc>
                <a:spcPct val="90000"/>
              </a:lnSpc>
              <a:spcBef>
                <a:spcPts val="533"/>
              </a:spcBef>
              <a:buFont typeface="Arial" panose="020B0604020202020204" pitchFamily="34" charset="0"/>
              <a:buBlip>
                <a:blip r:embed="rId2"/>
              </a:buBlip>
              <a:defRPr sz="2133" kern="1200">
                <a:solidFill>
                  <a:srgbClr val="5E5E5E"/>
                </a:solidFill>
                <a:latin typeface="+mn-lt"/>
                <a:ea typeface="+mn-ea"/>
                <a:cs typeface="+mn-cs"/>
              </a:defRPr>
            </a:lvl3pPr>
            <a:lvl4pPr marL="1706933" indent="-243848" algn="l" defTabSz="975390" rtl="0" eaLnBrk="1" latinLnBrk="0" hangingPunct="1">
              <a:lnSpc>
                <a:spcPct val="90000"/>
              </a:lnSpc>
              <a:spcBef>
                <a:spcPts val="533"/>
              </a:spcBef>
              <a:buFont typeface="Arial" panose="020B0604020202020204" pitchFamily="34" charset="0"/>
              <a:buBlip>
                <a:blip r:embed="rId2"/>
              </a:buBlip>
              <a:defRPr sz="1920" kern="1200">
                <a:solidFill>
                  <a:srgbClr val="5E5E5E"/>
                </a:solidFill>
                <a:latin typeface="+mn-lt"/>
                <a:ea typeface="+mn-ea"/>
                <a:cs typeface="+mn-cs"/>
              </a:defRPr>
            </a:lvl4pPr>
            <a:lvl5pPr marL="2194629" indent="-243848" algn="l" defTabSz="975390" rtl="0" eaLnBrk="1" latinLnBrk="0" hangingPunct="1">
              <a:lnSpc>
                <a:spcPct val="90000"/>
              </a:lnSpc>
              <a:spcBef>
                <a:spcPts val="533"/>
              </a:spcBef>
              <a:buFont typeface="Arial" panose="020B0604020202020204" pitchFamily="34" charset="0"/>
              <a:buBlip>
                <a:blip r:embed="rId2"/>
              </a:buBlip>
              <a:defRPr sz="1920" kern="1200">
                <a:solidFill>
                  <a:srgbClr val="5E5E5E"/>
                </a:solidFill>
                <a:latin typeface="+mn-lt"/>
                <a:ea typeface="+mn-ea"/>
                <a:cs typeface="+mn-cs"/>
              </a:defRPr>
            </a:lvl5pPr>
            <a:lvl6pPr marL="2682324"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6pPr>
            <a:lvl7pPr marL="3170019"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7pPr>
            <a:lvl8pPr marL="3657714"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8pPr>
            <a:lvl9pPr marL="4145410"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9pPr>
          </a:lstStyle>
          <a:p>
            <a:pPr marL="577850" indent="-577850" defTabSz="531622">
              <a:spcBef>
                <a:spcPts val="3800"/>
              </a:spcBef>
              <a:defRPr sz="4186"/>
            </a:pPr>
            <a:r>
              <a:rPr lang="en-US" sz="4000" dirty="0">
                <a:latin typeface="Arial"/>
                <a:cs typeface="Arial"/>
              </a:rPr>
              <a:t>You are responsible for monitoring your own learning — only you can ensure that you are mastering the content!</a:t>
            </a:r>
          </a:p>
          <a:p>
            <a:pPr marL="1065530" lvl="1" indent="-577850" defTabSz="531622">
              <a:spcBef>
                <a:spcPts val="3800"/>
              </a:spcBef>
              <a:defRPr sz="4186"/>
            </a:pPr>
            <a:r>
              <a:rPr lang="en-US" sz="3600" dirty="0">
                <a:latin typeface="Arial"/>
                <a:cs typeface="Arial"/>
              </a:rPr>
              <a:t>This goes for In Class Participation and Pre-class Preparation In particular</a:t>
            </a:r>
            <a:endParaRPr lang="en-US" sz="3600" dirty="0">
              <a:latin typeface="Arial" panose="020B0604020202020204" pitchFamily="34" charset="0"/>
              <a:cs typeface="Arial"/>
            </a:endParaRP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You’ll learn more about flipped classrooms in the Day 2 pre-class assignment!"/>
          <p:cNvSpPr txBox="1">
            <a:spLocks noGrp="1"/>
          </p:cNvSpPr>
          <p:nvPr>
            <p:ph type="body" sz="quarter" idx="13"/>
          </p:nvPr>
        </p:nvSpPr>
        <p:spPr>
          <a:xfrm>
            <a:off x="1270000" y="4000499"/>
            <a:ext cx="10464800" cy="1219201"/>
          </a:xfrm>
          <a:prstGeom prst="rect">
            <a:avLst/>
          </a:prstGeom>
        </p:spPr>
        <p:txBody>
          <a:bodyPr/>
          <a:lstStyle>
            <a:lvl1pPr>
              <a:defRPr>
                <a:solidFill>
                  <a:srgbClr val="2C5449"/>
                </a:solidFill>
              </a:defRPr>
            </a:lvl1pPr>
          </a:lstStyle>
          <a:p>
            <a:r>
              <a:t>You’ll learn more about flipped classrooms in the Day 2 pre-class assignment!</a:t>
            </a:r>
          </a:p>
        </p:txBody>
      </p:sp>
      <p:sp>
        <p:nvSpPr>
          <p:cNvPr id="167" name="Slide Number"/>
          <p:cNvSpPr txBox="1">
            <a:spLocks noGrp="1"/>
          </p:cNvSpPr>
          <p:nvPr>
            <p:ph type="sldNum" sz="quarter" idx="2"/>
          </p:nvPr>
        </p:nvSpPr>
        <p:spPr>
          <a:xfrm>
            <a:off x="6377052" y="9271000"/>
            <a:ext cx="244603" cy="35560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16</a:t>
            </a:fld>
            <a:endParaRP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Five CMSE 201 Sections"/>
          <p:cNvSpPr txBox="1">
            <a:spLocks noGrp="1"/>
          </p:cNvSpPr>
          <p:nvPr>
            <p:ph type="title"/>
          </p:nvPr>
        </p:nvSpPr>
        <p:spPr>
          <a:xfrm>
            <a:off x="1270000" y="185822"/>
            <a:ext cx="10464800" cy="1132001"/>
          </a:xfrm>
          <a:prstGeom prst="rect">
            <a:avLst/>
          </a:prstGeom>
        </p:spPr>
        <p:txBody>
          <a:bodyPr>
            <a:normAutofit fontScale="90000"/>
          </a:bodyPr>
          <a:lstStyle>
            <a:lvl1pPr defTabSz="549148">
              <a:defRPr sz="7519"/>
            </a:lvl1pPr>
          </a:lstStyle>
          <a:p>
            <a:pPr algn="ctr"/>
            <a:r>
              <a:t>CMSE 201 Sections</a:t>
            </a:r>
          </a:p>
        </p:txBody>
      </p:sp>
      <p:sp>
        <p:nvSpPr>
          <p:cNvPr id="172" name="Slide Number"/>
          <p:cNvSpPr txBox="1">
            <a:spLocks noGrp="1"/>
          </p:cNvSpPr>
          <p:nvPr>
            <p:ph type="sldNum" sz="quarter" idx="2"/>
          </p:nvPr>
        </p:nvSpPr>
        <p:spPr>
          <a:xfrm>
            <a:off x="6377052" y="9271000"/>
            <a:ext cx="244603" cy="35560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17</a:t>
            </a:fld>
            <a:endParaRPr/>
          </a:p>
        </p:txBody>
      </p:sp>
      <p:sp>
        <p:nvSpPr>
          <p:cNvPr id="2" name="TextBox 1"/>
          <p:cNvSpPr txBox="1"/>
          <p:nvPr/>
        </p:nvSpPr>
        <p:spPr>
          <a:xfrm>
            <a:off x="974787" y="8293318"/>
            <a:ext cx="11611448" cy="1333698"/>
          </a:xfrm>
          <a:prstGeom prst="rect">
            <a:avLst/>
          </a:prstGeom>
          <a:noFill/>
          <a:ln w="53975" cap="flat">
            <a:solidFill>
              <a:schemeClr val="bg1"/>
            </a:solidFill>
            <a:miter lim="400000"/>
            <a:extLst>
              <a:ext uri="{C807C97D-BFC1-408E-A445-0C87EB9F89A2}">
                <ask:lineSketchStyleProps xmlns:ask="http://schemas.microsoft.com/office/drawing/2018/sketchyshapes" sd="1219033472">
                  <a:custGeom>
                    <a:avLst/>
                    <a:gdLst>
                      <a:gd name="connsiteX0" fmla="*/ 0 w 5436296"/>
                      <a:gd name="connsiteY0" fmla="*/ 0 h 2318583"/>
                      <a:gd name="connsiteX1" fmla="*/ 625174 w 5436296"/>
                      <a:gd name="connsiteY1" fmla="*/ 0 h 2318583"/>
                      <a:gd name="connsiteX2" fmla="*/ 1141622 w 5436296"/>
                      <a:gd name="connsiteY2" fmla="*/ 0 h 2318583"/>
                      <a:gd name="connsiteX3" fmla="*/ 1929885 w 5436296"/>
                      <a:gd name="connsiteY3" fmla="*/ 0 h 2318583"/>
                      <a:gd name="connsiteX4" fmla="*/ 2555059 w 5436296"/>
                      <a:gd name="connsiteY4" fmla="*/ 0 h 2318583"/>
                      <a:gd name="connsiteX5" fmla="*/ 3180233 w 5436296"/>
                      <a:gd name="connsiteY5" fmla="*/ 0 h 2318583"/>
                      <a:gd name="connsiteX6" fmla="*/ 3968496 w 5436296"/>
                      <a:gd name="connsiteY6" fmla="*/ 0 h 2318583"/>
                      <a:gd name="connsiteX7" fmla="*/ 4539307 w 5436296"/>
                      <a:gd name="connsiteY7" fmla="*/ 0 h 2318583"/>
                      <a:gd name="connsiteX8" fmla="*/ 5436296 w 5436296"/>
                      <a:gd name="connsiteY8" fmla="*/ 0 h 2318583"/>
                      <a:gd name="connsiteX9" fmla="*/ 5436296 w 5436296"/>
                      <a:gd name="connsiteY9" fmla="*/ 626017 h 2318583"/>
                      <a:gd name="connsiteX10" fmla="*/ 5436296 w 5436296"/>
                      <a:gd name="connsiteY10" fmla="*/ 1159292 h 2318583"/>
                      <a:gd name="connsiteX11" fmla="*/ 5436296 w 5436296"/>
                      <a:gd name="connsiteY11" fmla="*/ 1738937 h 2318583"/>
                      <a:gd name="connsiteX12" fmla="*/ 5436296 w 5436296"/>
                      <a:gd name="connsiteY12" fmla="*/ 2318583 h 2318583"/>
                      <a:gd name="connsiteX13" fmla="*/ 4919848 w 5436296"/>
                      <a:gd name="connsiteY13" fmla="*/ 2318583 h 2318583"/>
                      <a:gd name="connsiteX14" fmla="*/ 4131585 w 5436296"/>
                      <a:gd name="connsiteY14" fmla="*/ 2318583 h 2318583"/>
                      <a:gd name="connsiteX15" fmla="*/ 3560774 w 5436296"/>
                      <a:gd name="connsiteY15" fmla="*/ 2318583 h 2318583"/>
                      <a:gd name="connsiteX16" fmla="*/ 2881237 w 5436296"/>
                      <a:gd name="connsiteY16" fmla="*/ 2318583 h 2318583"/>
                      <a:gd name="connsiteX17" fmla="*/ 2092974 w 5436296"/>
                      <a:gd name="connsiteY17" fmla="*/ 2318583 h 2318583"/>
                      <a:gd name="connsiteX18" fmla="*/ 1413437 w 5436296"/>
                      <a:gd name="connsiteY18" fmla="*/ 2318583 h 2318583"/>
                      <a:gd name="connsiteX19" fmla="*/ 896989 w 5436296"/>
                      <a:gd name="connsiteY19" fmla="*/ 2318583 h 2318583"/>
                      <a:gd name="connsiteX20" fmla="*/ 0 w 5436296"/>
                      <a:gd name="connsiteY20" fmla="*/ 2318583 h 2318583"/>
                      <a:gd name="connsiteX21" fmla="*/ 0 w 5436296"/>
                      <a:gd name="connsiteY21" fmla="*/ 1692566 h 2318583"/>
                      <a:gd name="connsiteX22" fmla="*/ 0 w 5436296"/>
                      <a:gd name="connsiteY22" fmla="*/ 1066548 h 2318583"/>
                      <a:gd name="connsiteX23" fmla="*/ 0 w 5436296"/>
                      <a:gd name="connsiteY23" fmla="*/ 0 h 2318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436296" h="2318583" extrusionOk="0">
                        <a:moveTo>
                          <a:pt x="0" y="0"/>
                        </a:moveTo>
                        <a:cubicBezTo>
                          <a:pt x="269793" y="-11169"/>
                          <a:pt x="449589" y="-25001"/>
                          <a:pt x="625174" y="0"/>
                        </a:cubicBezTo>
                        <a:cubicBezTo>
                          <a:pt x="800759" y="25001"/>
                          <a:pt x="936512" y="-13669"/>
                          <a:pt x="1141622" y="0"/>
                        </a:cubicBezTo>
                        <a:cubicBezTo>
                          <a:pt x="1346732" y="13669"/>
                          <a:pt x="1753241" y="29919"/>
                          <a:pt x="1929885" y="0"/>
                        </a:cubicBezTo>
                        <a:cubicBezTo>
                          <a:pt x="2106529" y="-29919"/>
                          <a:pt x="2393280" y="30596"/>
                          <a:pt x="2555059" y="0"/>
                        </a:cubicBezTo>
                        <a:cubicBezTo>
                          <a:pt x="2716838" y="-30596"/>
                          <a:pt x="3017992" y="10631"/>
                          <a:pt x="3180233" y="0"/>
                        </a:cubicBezTo>
                        <a:cubicBezTo>
                          <a:pt x="3342474" y="-10631"/>
                          <a:pt x="3695853" y="-14178"/>
                          <a:pt x="3968496" y="0"/>
                        </a:cubicBezTo>
                        <a:cubicBezTo>
                          <a:pt x="4241139" y="14178"/>
                          <a:pt x="4349159" y="-18756"/>
                          <a:pt x="4539307" y="0"/>
                        </a:cubicBezTo>
                        <a:cubicBezTo>
                          <a:pt x="4729455" y="18756"/>
                          <a:pt x="5226394" y="8338"/>
                          <a:pt x="5436296" y="0"/>
                        </a:cubicBezTo>
                        <a:cubicBezTo>
                          <a:pt x="5424341" y="276824"/>
                          <a:pt x="5433967" y="426298"/>
                          <a:pt x="5436296" y="626017"/>
                        </a:cubicBezTo>
                        <a:cubicBezTo>
                          <a:pt x="5438625" y="825736"/>
                          <a:pt x="5454212" y="999606"/>
                          <a:pt x="5436296" y="1159292"/>
                        </a:cubicBezTo>
                        <a:cubicBezTo>
                          <a:pt x="5418380" y="1318979"/>
                          <a:pt x="5416630" y="1578141"/>
                          <a:pt x="5436296" y="1738937"/>
                        </a:cubicBezTo>
                        <a:cubicBezTo>
                          <a:pt x="5455962" y="1899734"/>
                          <a:pt x="5434527" y="2132859"/>
                          <a:pt x="5436296" y="2318583"/>
                        </a:cubicBezTo>
                        <a:cubicBezTo>
                          <a:pt x="5276899" y="2330108"/>
                          <a:pt x="5062699" y="2300763"/>
                          <a:pt x="4919848" y="2318583"/>
                        </a:cubicBezTo>
                        <a:cubicBezTo>
                          <a:pt x="4776997" y="2336403"/>
                          <a:pt x="4391054" y="2341312"/>
                          <a:pt x="4131585" y="2318583"/>
                        </a:cubicBezTo>
                        <a:cubicBezTo>
                          <a:pt x="3872116" y="2295854"/>
                          <a:pt x="3771002" y="2319577"/>
                          <a:pt x="3560774" y="2318583"/>
                        </a:cubicBezTo>
                        <a:cubicBezTo>
                          <a:pt x="3350546" y="2317589"/>
                          <a:pt x="3210651" y="2335887"/>
                          <a:pt x="2881237" y="2318583"/>
                        </a:cubicBezTo>
                        <a:cubicBezTo>
                          <a:pt x="2551823" y="2301279"/>
                          <a:pt x="2390027" y="2322719"/>
                          <a:pt x="2092974" y="2318583"/>
                        </a:cubicBezTo>
                        <a:cubicBezTo>
                          <a:pt x="1795921" y="2314447"/>
                          <a:pt x="1646271" y="2313180"/>
                          <a:pt x="1413437" y="2318583"/>
                        </a:cubicBezTo>
                        <a:cubicBezTo>
                          <a:pt x="1180603" y="2323986"/>
                          <a:pt x="1139003" y="2309202"/>
                          <a:pt x="896989" y="2318583"/>
                        </a:cubicBezTo>
                        <a:cubicBezTo>
                          <a:pt x="654975" y="2327964"/>
                          <a:pt x="364417" y="2349976"/>
                          <a:pt x="0" y="2318583"/>
                        </a:cubicBezTo>
                        <a:cubicBezTo>
                          <a:pt x="-10075" y="2183532"/>
                          <a:pt x="-22626" y="1981812"/>
                          <a:pt x="0" y="1692566"/>
                        </a:cubicBezTo>
                        <a:cubicBezTo>
                          <a:pt x="22626" y="1403320"/>
                          <a:pt x="25294" y="1286968"/>
                          <a:pt x="0" y="1066548"/>
                        </a:cubicBezTo>
                        <a:cubicBezTo>
                          <a:pt x="-25294" y="846128"/>
                          <a:pt x="35253" y="298812"/>
                          <a:pt x="0" y="0"/>
                        </a:cubicBezTo>
                        <a:close/>
                      </a:path>
                    </a:pathLst>
                  </a:custGeom>
                  <ask:type>
                    <ask:lineSketchNone/>
                  </ask:type>
                </ask:lineSketchStyleProps>
              </a:ext>
            </a:extLst>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l"/>
            <a:r>
              <a:rPr lang="en-US" sz="2000" dirty="0">
                <a:latin typeface="Arial" panose="020B0604020202020204" pitchFamily="34" charset="0"/>
              </a:rPr>
              <a:t>The times and locations for office hours can be found on the course website</a:t>
            </a:r>
            <a:br>
              <a:rPr lang="en-US" sz="2000" u="sng" dirty="0">
                <a:latin typeface="Arial" panose="020B0604020202020204" pitchFamily="34" charset="0"/>
              </a:rPr>
            </a:br>
            <a:r>
              <a:rPr lang="en-US" sz="2000" dirty="0">
                <a:latin typeface="Arial" panose="020B0604020202020204" pitchFamily="34" charset="0"/>
              </a:rPr>
              <a:t>(check regularly for most up-to-date times)</a:t>
            </a:r>
          </a:p>
          <a:p>
            <a:pPr algn="l"/>
            <a:endParaRPr kumimoji="0" lang="en-US" sz="2000" u="none" strike="noStrike" cap="none" spc="0" normalizeH="0" baseline="0" dirty="0">
              <a:ln>
                <a:noFill/>
              </a:ln>
              <a:solidFill>
                <a:srgbClr val="858585"/>
              </a:solidFill>
              <a:effectLst/>
              <a:uFillTx/>
              <a:latin typeface="Arial" panose="020B0604020202020204" pitchFamily="34" charset="0"/>
              <a:sym typeface="Marker Felt"/>
            </a:endParaRPr>
          </a:p>
          <a:p>
            <a:pPr algn="l"/>
            <a:r>
              <a:rPr lang="en-US" sz="2000" dirty="0">
                <a:latin typeface="Arial" panose="020B0604020202020204" pitchFamily="34" charset="0"/>
              </a:rPr>
              <a:t>Office and help room hour calendar has room locations and Zoom links as appropriate.</a:t>
            </a:r>
            <a:endParaRPr kumimoji="0" lang="en-US" sz="2000" u="none" strike="noStrike" cap="none" spc="0" normalizeH="0" baseline="0" dirty="0">
              <a:ln>
                <a:noFill/>
              </a:ln>
              <a:solidFill>
                <a:srgbClr val="858585"/>
              </a:solidFill>
              <a:effectLst/>
              <a:uFillTx/>
              <a:latin typeface="Arial" panose="020B0604020202020204" pitchFamily="34" charset="0"/>
              <a:sym typeface="Marker Felt"/>
            </a:endParaRPr>
          </a:p>
        </p:txBody>
      </p:sp>
      <p:graphicFrame>
        <p:nvGraphicFramePr>
          <p:cNvPr id="6" name="Table 5">
            <a:extLst>
              <a:ext uri="{FF2B5EF4-FFF2-40B4-BE49-F238E27FC236}">
                <a16:creationId xmlns:a16="http://schemas.microsoft.com/office/drawing/2014/main" id="{048E08B1-5D63-B14C-B637-223F3CA8B318}"/>
              </a:ext>
            </a:extLst>
          </p:cNvPr>
          <p:cNvGraphicFramePr>
            <a:graphicFrameLocks noGrp="1"/>
          </p:cNvGraphicFramePr>
          <p:nvPr>
            <p:extLst>
              <p:ext uri="{D42A27DB-BD31-4B8C-83A1-F6EECF244321}">
                <p14:modId xmlns:p14="http://schemas.microsoft.com/office/powerpoint/2010/main" val="3636190029"/>
              </p:ext>
            </p:extLst>
          </p:nvPr>
        </p:nvGraphicFramePr>
        <p:xfrm>
          <a:off x="772381" y="1238723"/>
          <a:ext cx="11257632" cy="6966182"/>
        </p:xfrm>
        <a:graphic>
          <a:graphicData uri="http://schemas.openxmlformats.org/drawingml/2006/table">
            <a:tbl>
              <a:tblPr/>
              <a:tblGrid>
                <a:gridCol w="1085850">
                  <a:extLst>
                    <a:ext uri="{9D8B030D-6E8A-4147-A177-3AD203B41FA5}">
                      <a16:colId xmlns:a16="http://schemas.microsoft.com/office/drawing/2014/main" val="2980995429"/>
                    </a:ext>
                  </a:extLst>
                </a:gridCol>
                <a:gridCol w="1503800">
                  <a:extLst>
                    <a:ext uri="{9D8B030D-6E8A-4147-A177-3AD203B41FA5}">
                      <a16:colId xmlns:a16="http://schemas.microsoft.com/office/drawing/2014/main" val="975646833"/>
                    </a:ext>
                  </a:extLst>
                </a:gridCol>
                <a:gridCol w="1775163">
                  <a:extLst>
                    <a:ext uri="{9D8B030D-6E8A-4147-A177-3AD203B41FA5}">
                      <a16:colId xmlns:a16="http://schemas.microsoft.com/office/drawing/2014/main" val="1892913991"/>
                    </a:ext>
                  </a:extLst>
                </a:gridCol>
                <a:gridCol w="1514111">
                  <a:extLst>
                    <a:ext uri="{9D8B030D-6E8A-4147-A177-3AD203B41FA5}">
                      <a16:colId xmlns:a16="http://schemas.microsoft.com/office/drawing/2014/main" val="4156937821"/>
                    </a:ext>
                  </a:extLst>
                </a:gridCol>
                <a:gridCol w="2095500">
                  <a:extLst>
                    <a:ext uri="{9D8B030D-6E8A-4147-A177-3AD203B41FA5}">
                      <a16:colId xmlns:a16="http://schemas.microsoft.com/office/drawing/2014/main" val="2406808443"/>
                    </a:ext>
                  </a:extLst>
                </a:gridCol>
                <a:gridCol w="3283208">
                  <a:extLst>
                    <a:ext uri="{9D8B030D-6E8A-4147-A177-3AD203B41FA5}">
                      <a16:colId xmlns:a16="http://schemas.microsoft.com/office/drawing/2014/main" val="3132652230"/>
                    </a:ext>
                  </a:extLst>
                </a:gridCol>
              </a:tblGrid>
              <a:tr h="861477">
                <a:tc>
                  <a:txBody>
                    <a:bodyPr/>
                    <a:lstStyle/>
                    <a:p>
                      <a:pPr algn="ctr" rtl="0" fontAlgn="b"/>
                      <a:r>
                        <a:rPr lang="en-US" sz="2000" b="0" dirty="0">
                          <a:effectLst/>
                          <a:latin typeface="Georgia"/>
                        </a:rPr>
                        <a:t>Section</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6E0B4"/>
                    </a:solidFill>
                  </a:tcPr>
                </a:tc>
                <a:tc>
                  <a:txBody>
                    <a:bodyPr/>
                    <a:lstStyle/>
                    <a:p>
                      <a:pPr algn="ctr" rtl="0" fontAlgn="b"/>
                      <a:r>
                        <a:rPr lang="en-US" sz="2000" b="0" dirty="0">
                          <a:effectLst/>
                          <a:latin typeface="Georgia"/>
                        </a:rPr>
                        <a:t>Time</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6E0B4"/>
                    </a:solidFill>
                  </a:tcPr>
                </a:tc>
                <a:tc>
                  <a:txBody>
                    <a:bodyPr/>
                    <a:lstStyle/>
                    <a:p>
                      <a:pPr algn="ctr" rtl="0" fontAlgn="b"/>
                      <a:r>
                        <a:rPr lang="en-US" sz="2000" b="0" dirty="0">
                          <a:effectLst/>
                          <a:latin typeface="Georgia"/>
                        </a:rPr>
                        <a:t>Lead</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6E0B4"/>
                    </a:solidFill>
                  </a:tcPr>
                </a:tc>
                <a:tc>
                  <a:txBody>
                    <a:bodyPr/>
                    <a:lstStyle/>
                    <a:p>
                      <a:pPr algn="ctr" rtl="0" fontAlgn="b"/>
                      <a:r>
                        <a:rPr lang="en-US" sz="2000" b="0" dirty="0">
                          <a:effectLst/>
                          <a:latin typeface="Georgia"/>
                        </a:rPr>
                        <a:t>TA</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6E0B4"/>
                    </a:solidFill>
                  </a:tcPr>
                </a:tc>
                <a:tc>
                  <a:txBody>
                    <a:bodyPr/>
                    <a:lstStyle/>
                    <a:p>
                      <a:pPr algn="ctr" rtl="0" fontAlgn="b"/>
                      <a:r>
                        <a:rPr lang="en-US" sz="2000" b="0" dirty="0">
                          <a:effectLst/>
                          <a:latin typeface="Georgia"/>
                        </a:rPr>
                        <a:t>LA</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6E0B4"/>
                    </a:solidFill>
                  </a:tcPr>
                </a:tc>
                <a:tc>
                  <a:txBody>
                    <a:bodyPr/>
                    <a:lstStyle/>
                    <a:p>
                      <a:pPr lvl="0" algn="ctr">
                        <a:buNone/>
                      </a:pPr>
                      <a:r>
                        <a:rPr lang="en-US" sz="2000" b="0" dirty="0">
                          <a:effectLst/>
                          <a:latin typeface="Georgia"/>
                        </a:rPr>
                        <a:t>LA</a:t>
                      </a:r>
                    </a:p>
                  </a:txBody>
                  <a:tcPr marL="28575" marR="28575" marT="19050" marB="19050" anchor="ctr">
                    <a:lnL w="9525" cap="flat" cmpd="sng" algn="ctr">
                      <a:solidFill>
                        <a:srgbClr val="CCCCCC"/>
                      </a:solidFill>
                      <a:prstDash val="solid"/>
                      <a:round/>
                      <a:headEnd type="none" w="med" len="med"/>
                      <a:tailEnd type="none" w="med" len="med"/>
                    </a:lnL>
                    <a:lnR w="9524">
                      <a:solidFill>
                        <a:srgbClr val="CCCCCC"/>
                      </a:solidFill>
                    </a:lnR>
                    <a:lnT w="9524">
                      <a:solidFill>
                        <a:srgbClr val="CCCCCC"/>
                      </a:solidFill>
                    </a:lnT>
                    <a:lnB w="9524">
                      <a:solidFill>
                        <a:srgbClr val="CCCCCC"/>
                      </a:solidFill>
                    </a:lnB>
                    <a:solidFill>
                      <a:srgbClr val="C6E0B4"/>
                    </a:solidFill>
                  </a:tcPr>
                </a:tc>
                <a:extLst>
                  <a:ext uri="{0D108BD9-81ED-4DB2-BD59-A6C34878D82A}">
                    <a16:rowId xmlns:a16="http://schemas.microsoft.com/office/drawing/2014/main" val="1615575173"/>
                  </a:ext>
                </a:extLst>
              </a:tr>
              <a:tr h="839941">
                <a:tc>
                  <a:txBody>
                    <a:bodyPr/>
                    <a:lstStyle/>
                    <a:p>
                      <a:pPr algn="ctr" rtl="0" fontAlgn="b"/>
                      <a:r>
                        <a:rPr lang="en-US" sz="2000" b="0" dirty="0">
                          <a:effectLst/>
                          <a:latin typeface="Georgia"/>
                        </a:rPr>
                        <a:t>2</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en-US" sz="2000" b="0" dirty="0">
                          <a:effectLst/>
                          <a:latin typeface="Georgia"/>
                        </a:rPr>
                        <a:t>MW 10:20 AM - 12:10 PM</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lvl="0" algn="ctr" rtl="0">
                        <a:buNone/>
                      </a:pPr>
                      <a:r>
                        <a:rPr lang="en-US" sz="2000" dirty="0">
                          <a:effectLst/>
                          <a:latin typeface="Georgia"/>
                        </a:rPr>
                        <a:t>Devin Silvia</a:t>
                      </a:r>
                      <a:endParaRPr lang="en-US" sz="2000" dirty="0">
                        <a:latin typeface="Georgia"/>
                      </a:endParaRP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lvl="0" algn="ctr" rtl="0">
                        <a:buNone/>
                      </a:pPr>
                      <a:r>
                        <a:rPr lang="en-US" sz="2000" dirty="0">
                          <a:latin typeface="Georgia"/>
                        </a:rPr>
                        <a:t>Rachel Roca</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lvl="0" algn="ctr" rtl="0">
                        <a:buNone/>
                      </a:pPr>
                      <a:r>
                        <a:rPr lang="en-US" sz="2000" dirty="0">
                          <a:latin typeface="Georgia"/>
                        </a:rPr>
                        <a:t>Bryan Jurado</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lvl="0" algn="ctr" rtl="0">
                        <a:buNone/>
                      </a:pPr>
                      <a:r>
                        <a:rPr lang="en-US" sz="2000" dirty="0">
                          <a:latin typeface="Georgia"/>
                        </a:rPr>
                        <a:t>Maddie Bloch</a:t>
                      </a:r>
                    </a:p>
                  </a:txBody>
                  <a:tcPr marL="28575" marR="28575" marT="19050" marB="19050" anchor="ctr">
                    <a:lnL w="9525" cap="flat" cmpd="sng" algn="ctr">
                      <a:solidFill>
                        <a:srgbClr val="CCCCCC"/>
                      </a:solidFill>
                      <a:prstDash val="solid"/>
                      <a:round/>
                      <a:headEnd type="none" w="med" len="med"/>
                      <a:tailEnd type="none" w="med" len="med"/>
                    </a:lnL>
                    <a:lnR w="9524">
                      <a:solidFill>
                        <a:srgbClr val="CCCCCC"/>
                      </a:solidFill>
                    </a:lnR>
                    <a:lnT w="9524" cap="flat" cmpd="sng" algn="ctr">
                      <a:solidFill>
                        <a:srgbClr val="CCCCCC"/>
                      </a:solidFill>
                      <a:prstDash val="solid"/>
                      <a:round/>
                      <a:headEnd type="none" w="med" len="med"/>
                      <a:tailEnd type="none" w="med" len="med"/>
                    </a:lnT>
                    <a:lnB w="9524">
                      <a:solidFill>
                        <a:srgbClr val="CCCCCC"/>
                      </a:solidFill>
                    </a:lnB>
                  </a:tcPr>
                </a:tc>
                <a:extLst>
                  <a:ext uri="{0D108BD9-81ED-4DB2-BD59-A6C34878D82A}">
                    <a16:rowId xmlns:a16="http://schemas.microsoft.com/office/drawing/2014/main" val="118373757"/>
                  </a:ext>
                </a:extLst>
              </a:tr>
              <a:tr h="839941">
                <a:tc>
                  <a:txBody>
                    <a:bodyPr/>
                    <a:lstStyle/>
                    <a:p>
                      <a:pPr algn="ctr" rtl="0" fontAlgn="b"/>
                      <a:r>
                        <a:rPr lang="en-US" sz="2000" b="0" dirty="0">
                          <a:effectLst/>
                          <a:latin typeface="Georgia"/>
                        </a:rPr>
                        <a:t>3</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en-US" sz="2000" b="0" dirty="0">
                          <a:effectLst/>
                          <a:latin typeface="Georgia"/>
                        </a:rPr>
                        <a:t>MW 12:40 - 2:30 PM</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lvl="0" algn="ctr" rtl="0">
                        <a:buNone/>
                      </a:pPr>
                      <a:r>
                        <a:rPr lang="en-US" sz="2000" dirty="0">
                          <a:effectLst/>
                          <a:latin typeface="Georgia"/>
                        </a:rPr>
                        <a:t>Huan Lei</a:t>
                      </a:r>
                      <a:endParaRPr lang="en-US" sz="2000" dirty="0">
                        <a:latin typeface="Georgia"/>
                      </a:endParaRP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lvl="0" algn="ctr" rtl="0">
                        <a:buNone/>
                      </a:pPr>
                      <a:r>
                        <a:rPr lang="en-US" sz="2000" dirty="0" err="1">
                          <a:latin typeface="Georgia"/>
                        </a:rPr>
                        <a:t>Omeiza</a:t>
                      </a:r>
                      <a:r>
                        <a:rPr lang="en-US" sz="2000" dirty="0">
                          <a:latin typeface="Georgia"/>
                        </a:rPr>
                        <a:t> </a:t>
                      </a:r>
                      <a:r>
                        <a:rPr lang="en-US" sz="2000" dirty="0" err="1">
                          <a:latin typeface="Georgia"/>
                        </a:rPr>
                        <a:t>Olumoye</a:t>
                      </a:r>
                      <a:endParaRPr lang="en-US" sz="2000" dirty="0">
                        <a:latin typeface="Georgia"/>
                      </a:endParaRP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lvl="0" algn="ctr" rtl="0">
                        <a:buNone/>
                      </a:pPr>
                      <a:r>
                        <a:rPr lang="en-US" sz="2000" dirty="0">
                          <a:latin typeface="Georgia"/>
                        </a:rPr>
                        <a:t>Connor Trask</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lvl="0" algn="ctr" rtl="0">
                        <a:buNone/>
                      </a:pPr>
                      <a:r>
                        <a:rPr lang="en-US" sz="2000" dirty="0">
                          <a:latin typeface="Georgia"/>
                        </a:rPr>
                        <a:t>Maddy </a:t>
                      </a:r>
                      <a:r>
                        <a:rPr lang="en-US" sz="2000" dirty="0" err="1">
                          <a:latin typeface="Georgia"/>
                        </a:rPr>
                        <a:t>Nomer</a:t>
                      </a:r>
                      <a:endParaRPr lang="en-US" sz="2000" dirty="0">
                        <a:latin typeface="Georgia"/>
                      </a:endParaRPr>
                    </a:p>
                  </a:txBody>
                  <a:tcPr marL="28575" marR="28575" marT="19050" marB="19050" anchor="ctr">
                    <a:lnL w="9525" cap="flat" cmpd="sng" algn="ctr">
                      <a:solidFill>
                        <a:srgbClr val="CCCCCC"/>
                      </a:solidFill>
                      <a:prstDash val="solid"/>
                      <a:round/>
                      <a:headEnd type="none" w="med" len="med"/>
                      <a:tailEnd type="none" w="med" len="med"/>
                    </a:lnL>
                    <a:lnR w="9524">
                      <a:solidFill>
                        <a:srgbClr val="CCCCCC"/>
                      </a:solidFill>
                    </a:lnR>
                    <a:lnT w="9524">
                      <a:solidFill>
                        <a:srgbClr val="CCCCCC"/>
                      </a:solidFill>
                    </a:lnT>
                    <a:lnB w="9524">
                      <a:solidFill>
                        <a:srgbClr val="CCCCCC"/>
                      </a:solidFill>
                    </a:lnB>
                  </a:tcPr>
                </a:tc>
                <a:extLst>
                  <a:ext uri="{0D108BD9-81ED-4DB2-BD59-A6C34878D82A}">
                    <a16:rowId xmlns:a16="http://schemas.microsoft.com/office/drawing/2014/main" val="118496288"/>
                  </a:ext>
                </a:extLst>
              </a:tr>
              <a:tr h="839941">
                <a:tc>
                  <a:txBody>
                    <a:bodyPr/>
                    <a:lstStyle/>
                    <a:p>
                      <a:pPr algn="ctr" rtl="0" fontAlgn="b"/>
                      <a:r>
                        <a:rPr lang="en-US" sz="2000" b="0" dirty="0">
                          <a:effectLst/>
                          <a:latin typeface="Georgia"/>
                        </a:rPr>
                        <a:t>4</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en-US" sz="2000" b="0" dirty="0">
                          <a:effectLst/>
                          <a:latin typeface="Georgia"/>
                        </a:rPr>
                        <a:t>MW 3:00 - 4:50 PM</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lvl="0" algn="ctr" rtl="0">
                        <a:buNone/>
                      </a:pPr>
                      <a:r>
                        <a:rPr lang="en-US" sz="2000" dirty="0">
                          <a:effectLst/>
                          <a:latin typeface="Georgia"/>
                        </a:rPr>
                        <a:t>Patti Hamerski</a:t>
                      </a:r>
                      <a:endParaRPr lang="en-US" sz="2000" dirty="0">
                        <a:latin typeface="Georgia"/>
                      </a:endParaRP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lvl="0" algn="ctr" rtl="0">
                        <a:buNone/>
                      </a:pPr>
                      <a:r>
                        <a:rPr lang="en-US" sz="2000" dirty="0">
                          <a:latin typeface="Georgia"/>
                        </a:rPr>
                        <a:t>Stephen Lee</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lvl="0" algn="ctr" rtl="0">
                        <a:buNone/>
                      </a:pPr>
                      <a:r>
                        <a:rPr lang="en-US" sz="2000" dirty="0">
                          <a:latin typeface="Georgia"/>
                        </a:rPr>
                        <a:t>Erin </a:t>
                      </a:r>
                      <a:r>
                        <a:rPr lang="en-US" sz="2000" dirty="0" err="1">
                          <a:latin typeface="Georgia"/>
                        </a:rPr>
                        <a:t>Syerson</a:t>
                      </a:r>
                      <a:endParaRPr lang="en-US" sz="2000" dirty="0">
                        <a:latin typeface="Georgia"/>
                      </a:endParaRP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lvl="0" algn="ctr" rtl="0">
                        <a:buNone/>
                      </a:pPr>
                      <a:r>
                        <a:rPr lang="en-US" sz="2000" dirty="0">
                          <a:latin typeface="Georgia"/>
                        </a:rPr>
                        <a:t>Petra Johnson</a:t>
                      </a:r>
                    </a:p>
                  </a:txBody>
                  <a:tcPr marL="28575" marR="28575" marT="19050" marB="19050" anchor="ctr">
                    <a:lnL w="9525" cap="flat" cmpd="sng" algn="ctr">
                      <a:solidFill>
                        <a:srgbClr val="CCCCCC"/>
                      </a:solidFill>
                      <a:prstDash val="solid"/>
                      <a:round/>
                      <a:headEnd type="none" w="med" len="med"/>
                      <a:tailEnd type="none" w="med" len="med"/>
                    </a:lnL>
                    <a:lnR w="9524">
                      <a:solidFill>
                        <a:srgbClr val="CCCCCC"/>
                      </a:solidFill>
                    </a:lnR>
                    <a:lnT w="9524">
                      <a:solidFill>
                        <a:srgbClr val="CCCCCC"/>
                      </a:solidFill>
                    </a:lnT>
                    <a:lnB w="9524">
                      <a:solidFill>
                        <a:srgbClr val="CCCCCC"/>
                      </a:solidFill>
                    </a:lnB>
                  </a:tcPr>
                </a:tc>
                <a:extLst>
                  <a:ext uri="{0D108BD9-81ED-4DB2-BD59-A6C34878D82A}">
                    <a16:rowId xmlns:a16="http://schemas.microsoft.com/office/drawing/2014/main" val="3655964711"/>
                  </a:ext>
                </a:extLst>
              </a:tr>
              <a:tr h="839941">
                <a:tc>
                  <a:txBody>
                    <a:bodyPr/>
                    <a:lstStyle/>
                    <a:p>
                      <a:pPr algn="ctr" rtl="0" fontAlgn="b"/>
                      <a:r>
                        <a:rPr lang="en-US" sz="2000" b="0" dirty="0">
                          <a:effectLst/>
                          <a:latin typeface="Georgia"/>
                        </a:rPr>
                        <a:t>5</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en-US" sz="2000" b="0" dirty="0" err="1">
                          <a:effectLst/>
                          <a:latin typeface="Georgia"/>
                        </a:rPr>
                        <a:t>TuTh</a:t>
                      </a:r>
                      <a:r>
                        <a:rPr lang="en-US" sz="2000" b="0" dirty="0">
                          <a:effectLst/>
                          <a:latin typeface="Georgia"/>
                        </a:rPr>
                        <a:t> 8:00 - 9:50AM</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lvl="0" algn="ctr" rtl="0">
                        <a:buNone/>
                      </a:pPr>
                      <a:r>
                        <a:rPr lang="en-US" sz="2000" dirty="0">
                          <a:effectLst/>
                          <a:latin typeface="Georgia"/>
                        </a:rPr>
                        <a:t>Luciano Silvestri</a:t>
                      </a:r>
                      <a:endParaRPr lang="en-US" sz="2000" dirty="0">
                        <a:latin typeface="Georgia"/>
                      </a:endParaRP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lvl="0" algn="ctr" rtl="0">
                        <a:buNone/>
                      </a:pPr>
                      <a:r>
                        <a:rPr lang="en-US" sz="2000" dirty="0">
                          <a:latin typeface="Georgia"/>
                        </a:rPr>
                        <a:t>Nic Heilman</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lvl="0" algn="ctr" rtl="0">
                        <a:buNone/>
                      </a:pPr>
                      <a:r>
                        <a:rPr lang="en-US" sz="2000" dirty="0">
                          <a:latin typeface="Georgia"/>
                        </a:rPr>
                        <a:t>Emma Oswald</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lvl="0" algn="ctr" rtl="0">
                        <a:buNone/>
                      </a:pPr>
                      <a:r>
                        <a:rPr lang="en-US" sz="2000" dirty="0">
                          <a:latin typeface="Georgia"/>
                        </a:rPr>
                        <a:t>Vivian Pavlica</a:t>
                      </a:r>
                    </a:p>
                  </a:txBody>
                  <a:tcPr marL="28575" marR="28575" marT="19050" marB="19050" anchor="ctr">
                    <a:lnL w="9525" cap="flat" cmpd="sng" algn="ctr">
                      <a:solidFill>
                        <a:srgbClr val="CCCCCC"/>
                      </a:solidFill>
                      <a:prstDash val="solid"/>
                      <a:round/>
                      <a:headEnd type="none" w="med" len="med"/>
                      <a:tailEnd type="none" w="med" len="med"/>
                    </a:lnL>
                    <a:lnR w="9524">
                      <a:solidFill>
                        <a:srgbClr val="CCCCCC"/>
                      </a:solidFill>
                    </a:lnR>
                    <a:lnT w="9524">
                      <a:solidFill>
                        <a:srgbClr val="CCCCCC"/>
                      </a:solidFill>
                    </a:lnT>
                    <a:lnB w="9524">
                      <a:solidFill>
                        <a:srgbClr val="CCCCCC"/>
                      </a:solidFill>
                    </a:lnB>
                  </a:tcPr>
                </a:tc>
                <a:extLst>
                  <a:ext uri="{0D108BD9-81ED-4DB2-BD59-A6C34878D82A}">
                    <a16:rowId xmlns:a16="http://schemas.microsoft.com/office/drawing/2014/main" val="1072310296"/>
                  </a:ext>
                </a:extLst>
              </a:tr>
              <a:tr h="732255">
                <a:tc>
                  <a:txBody>
                    <a:bodyPr/>
                    <a:lstStyle/>
                    <a:p>
                      <a:pPr algn="ctr" rtl="0" fontAlgn="b"/>
                      <a:r>
                        <a:rPr lang="en-US" sz="2000" b="0" dirty="0">
                          <a:effectLst/>
                          <a:latin typeface="Georgia"/>
                        </a:rPr>
                        <a:t>6</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en-US" sz="2000" b="0" dirty="0" err="1">
                          <a:effectLst/>
                          <a:latin typeface="Georgia"/>
                        </a:rPr>
                        <a:t>TuTh</a:t>
                      </a:r>
                      <a:r>
                        <a:rPr lang="en-US" sz="2000" b="0" dirty="0">
                          <a:effectLst/>
                          <a:latin typeface="Georgia"/>
                        </a:rPr>
                        <a:t> 10:20 AM - 12:10 PM</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en-US" sz="2000" dirty="0">
                          <a:effectLst/>
                          <a:latin typeface="Georgia"/>
                        </a:rPr>
                        <a:t>Sai Ravishankar</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lvl="0" algn="ctr" rtl="0">
                        <a:buNone/>
                      </a:pPr>
                      <a:r>
                        <a:rPr lang="en-US" sz="2000" dirty="0">
                          <a:latin typeface="Georgia"/>
                        </a:rPr>
                        <a:t>Steven Strachan</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lvl="0" algn="ctr" rtl="0">
                        <a:buNone/>
                      </a:pPr>
                      <a:r>
                        <a:rPr lang="en-US" sz="2000" dirty="0">
                          <a:latin typeface="Georgia"/>
                        </a:rPr>
                        <a:t>Corinne Kershaw</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lvl="0" algn="ctr" rtl="0">
                        <a:buNone/>
                      </a:pPr>
                      <a:r>
                        <a:rPr lang="en-US" sz="2000" dirty="0">
                          <a:latin typeface="Georgia"/>
                        </a:rPr>
                        <a:t>Keerthi </a:t>
                      </a:r>
                      <a:r>
                        <a:rPr lang="en-US" sz="2000" dirty="0" err="1">
                          <a:latin typeface="Georgia"/>
                        </a:rPr>
                        <a:t>Gogineni</a:t>
                      </a:r>
                      <a:endParaRPr lang="en-US" sz="2000" dirty="0">
                        <a:latin typeface="Georgia"/>
                      </a:endParaRPr>
                    </a:p>
                  </a:txBody>
                  <a:tcPr marL="28575" marR="28575" marT="19050" marB="19050" anchor="ctr">
                    <a:lnL w="9525" cap="flat" cmpd="sng" algn="ctr">
                      <a:solidFill>
                        <a:srgbClr val="CCCCCC"/>
                      </a:solidFill>
                      <a:prstDash val="solid"/>
                      <a:round/>
                      <a:headEnd type="none" w="med" len="med"/>
                      <a:tailEnd type="none" w="med" len="med"/>
                    </a:lnL>
                    <a:lnR w="9524">
                      <a:solidFill>
                        <a:srgbClr val="CCCCCC"/>
                      </a:solidFill>
                    </a:lnR>
                    <a:lnT w="9524">
                      <a:solidFill>
                        <a:srgbClr val="CCCCCC"/>
                      </a:solidFill>
                    </a:lnT>
                    <a:lnB w="9524">
                      <a:solidFill>
                        <a:srgbClr val="CCCCCC"/>
                      </a:solidFill>
                    </a:lnB>
                  </a:tcPr>
                </a:tc>
                <a:extLst>
                  <a:ext uri="{0D108BD9-81ED-4DB2-BD59-A6C34878D82A}">
                    <a16:rowId xmlns:a16="http://schemas.microsoft.com/office/drawing/2014/main" val="3604113411"/>
                  </a:ext>
                </a:extLst>
              </a:tr>
              <a:tr h="839941">
                <a:tc>
                  <a:txBody>
                    <a:bodyPr/>
                    <a:lstStyle/>
                    <a:p>
                      <a:pPr algn="ctr" rtl="0" fontAlgn="b"/>
                      <a:r>
                        <a:rPr lang="en-US" sz="2000" b="0" dirty="0">
                          <a:effectLst/>
                          <a:latin typeface="Georgia"/>
                        </a:rPr>
                        <a:t>7</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en-US" sz="2000" b="0" dirty="0" err="1">
                          <a:effectLst/>
                          <a:latin typeface="Georgia"/>
                        </a:rPr>
                        <a:t>TuTh</a:t>
                      </a:r>
                      <a:r>
                        <a:rPr lang="en-US" sz="2000" b="0" dirty="0">
                          <a:effectLst/>
                          <a:latin typeface="Georgia"/>
                        </a:rPr>
                        <a:t> 12:40 - 2:30 PM</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en-US" sz="2000" dirty="0" err="1">
                          <a:effectLst/>
                          <a:latin typeface="Georgia"/>
                        </a:rPr>
                        <a:t>Yingda</a:t>
                      </a:r>
                      <a:r>
                        <a:rPr lang="en-US" sz="2000" dirty="0">
                          <a:effectLst/>
                          <a:latin typeface="Georgia"/>
                        </a:rPr>
                        <a:t> Cheng</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lvl="0" algn="ctr" rtl="0">
                        <a:buNone/>
                      </a:pPr>
                      <a:r>
                        <a:rPr lang="en-US" sz="2000" dirty="0">
                          <a:latin typeface="Georgia"/>
                        </a:rPr>
                        <a:t>Zenas Huang</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lvl="0" algn="ctr" rtl="0">
                        <a:buNone/>
                      </a:pPr>
                      <a:r>
                        <a:rPr lang="en-US" sz="2000" dirty="0">
                          <a:latin typeface="Georgia"/>
                        </a:rPr>
                        <a:t>Jack Jackson</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lvl="0" algn="ctr" rtl="0">
                        <a:buNone/>
                      </a:pPr>
                      <a:r>
                        <a:rPr lang="en-US" sz="2000" dirty="0" err="1">
                          <a:latin typeface="Georgia"/>
                        </a:rPr>
                        <a:t>Subhroja</a:t>
                      </a:r>
                      <a:r>
                        <a:rPr lang="en-US" sz="2000" dirty="0">
                          <a:latin typeface="Georgia"/>
                        </a:rPr>
                        <a:t> Roy</a:t>
                      </a:r>
                    </a:p>
                  </a:txBody>
                  <a:tcPr marL="28575" marR="28575" marT="19050" marB="19050" anchor="ctr">
                    <a:lnL w="9525" cap="flat" cmpd="sng" algn="ctr">
                      <a:solidFill>
                        <a:srgbClr val="CCCCCC"/>
                      </a:solidFill>
                      <a:prstDash val="solid"/>
                      <a:round/>
                      <a:headEnd type="none" w="med" len="med"/>
                      <a:tailEnd type="none" w="med" len="med"/>
                    </a:lnL>
                    <a:lnR w="9524">
                      <a:solidFill>
                        <a:srgbClr val="CCCCCC"/>
                      </a:solidFill>
                    </a:lnR>
                    <a:lnT w="9524">
                      <a:solidFill>
                        <a:srgbClr val="CCCCCC"/>
                      </a:solidFill>
                    </a:lnT>
                    <a:lnB w="9524"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36637558"/>
                  </a:ext>
                </a:extLst>
              </a:tr>
              <a:tr h="839941">
                <a:tc>
                  <a:txBody>
                    <a:bodyPr/>
                    <a:lstStyle/>
                    <a:p>
                      <a:pPr algn="ctr" rtl="0" fontAlgn="b"/>
                      <a:r>
                        <a:rPr lang="en-US" sz="2000" b="0" dirty="0">
                          <a:effectLst/>
                          <a:latin typeface="Georgia"/>
                        </a:rPr>
                        <a:t>8</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en-US" sz="2000" b="0" dirty="0" err="1">
                          <a:effectLst/>
                          <a:latin typeface="Georgia"/>
                        </a:rPr>
                        <a:t>TuTh</a:t>
                      </a:r>
                      <a:r>
                        <a:rPr lang="en-US" sz="2000" b="0" dirty="0">
                          <a:effectLst/>
                          <a:latin typeface="Georgia"/>
                        </a:rPr>
                        <a:t> 3:00– 4:50pm</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en-US" sz="2000" dirty="0">
                          <a:effectLst/>
                          <a:latin typeface="Georgia"/>
                        </a:rPr>
                        <a:t>Luciano Silvestri</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lvl="0" algn="ctr" rtl="0">
                        <a:buNone/>
                      </a:pPr>
                      <a:r>
                        <a:rPr lang="en-US" sz="2000" dirty="0">
                          <a:latin typeface="Georgia"/>
                        </a:rPr>
                        <a:t>Nic Heilman</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lvl="0" algn="ctr" rtl="0">
                        <a:buNone/>
                      </a:pPr>
                      <a:r>
                        <a:rPr lang="en-US" sz="2000" dirty="0">
                          <a:latin typeface="Georgia"/>
                        </a:rPr>
                        <a:t>Jason </a:t>
                      </a:r>
                      <a:r>
                        <a:rPr lang="en-US" sz="2000" dirty="0" err="1">
                          <a:latin typeface="Georgia"/>
                        </a:rPr>
                        <a:t>Nitkiewicz</a:t>
                      </a:r>
                      <a:endParaRPr lang="en-US" sz="2000" dirty="0">
                        <a:latin typeface="Georgia"/>
                      </a:endParaRP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lvl="0" algn="ctr" rtl="0">
                        <a:buNone/>
                      </a:pPr>
                      <a:endParaRPr lang="en-US" sz="2000" dirty="0" err="1">
                        <a:latin typeface="Georgia"/>
                      </a:endParaRPr>
                    </a:p>
                  </a:txBody>
                  <a:tcPr marL="28575" marR="28575" marT="19050" marB="19050" anchor="ctr">
                    <a:lnL w="9525" cap="flat" cmpd="sng" algn="ctr">
                      <a:solidFill>
                        <a:srgbClr val="CCCCCC"/>
                      </a:solidFill>
                      <a:prstDash val="solid"/>
                      <a:round/>
                      <a:headEnd type="none" w="med" len="med"/>
                      <a:tailEnd type="none" w="med" len="med"/>
                    </a:lnL>
                    <a:lnR w="9524">
                      <a:solidFill>
                        <a:srgbClr val="CCCCCC"/>
                      </a:solidFill>
                    </a:lnR>
                    <a:lnT w="9524">
                      <a:solidFill>
                        <a:srgbClr val="CCCCCC"/>
                      </a:solidFill>
                    </a:lnT>
                    <a:lnB w="9524">
                      <a:solidFill>
                        <a:srgbClr val="CCCCCC"/>
                      </a:solidFill>
                    </a:lnB>
                  </a:tcPr>
                </a:tc>
                <a:extLst>
                  <a:ext uri="{0D108BD9-81ED-4DB2-BD59-A6C34878D82A}">
                    <a16:rowId xmlns:a16="http://schemas.microsoft.com/office/drawing/2014/main" val="2223620298"/>
                  </a:ext>
                </a:extLst>
              </a:tr>
            </a:tbl>
          </a:graphicData>
        </a:graphic>
      </p:graphicFrame>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Grades"/>
          <p:cNvSpPr txBox="1">
            <a:spLocks noGrp="1"/>
          </p:cNvSpPr>
          <p:nvPr>
            <p:ph type="title"/>
          </p:nvPr>
        </p:nvSpPr>
        <p:spPr>
          <a:xfrm>
            <a:off x="419596" y="94158"/>
            <a:ext cx="12165608" cy="1073850"/>
          </a:xfrm>
          <a:prstGeom prst="rect">
            <a:avLst/>
          </a:prstGeom>
        </p:spPr>
        <p:txBody>
          <a:bodyPr>
            <a:normAutofit fontScale="90000"/>
          </a:bodyPr>
          <a:lstStyle>
            <a:lvl1pPr defTabSz="514095">
              <a:defRPr sz="7040"/>
            </a:lvl1pPr>
          </a:lstStyle>
          <a:p>
            <a:r>
              <a:t>Grades</a:t>
            </a:r>
          </a:p>
        </p:txBody>
      </p:sp>
      <p:sp>
        <p:nvSpPr>
          <p:cNvPr id="183"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18</a:t>
            </a:fld>
            <a:endParaRPr/>
          </a:p>
        </p:txBody>
      </p:sp>
      <p:graphicFrame>
        <p:nvGraphicFramePr>
          <p:cNvPr id="181" name="Table"/>
          <p:cNvGraphicFramePr/>
          <p:nvPr>
            <p:extLst>
              <p:ext uri="{D42A27DB-BD31-4B8C-83A1-F6EECF244321}">
                <p14:modId xmlns:p14="http://schemas.microsoft.com/office/powerpoint/2010/main" val="628597681"/>
              </p:ext>
            </p:extLst>
          </p:nvPr>
        </p:nvGraphicFramePr>
        <p:xfrm>
          <a:off x="1276365" y="1168008"/>
          <a:ext cx="10452068" cy="2911228"/>
        </p:xfrm>
        <a:graphic>
          <a:graphicData uri="http://schemas.openxmlformats.org/drawingml/2006/table">
            <a:tbl>
              <a:tblPr firstRow="1" firstCol="1">
                <a:tableStyleId>{4C3C2611-4C71-4FC5-86AE-919BDF0F9419}</a:tableStyleId>
              </a:tblPr>
              <a:tblGrid>
                <a:gridCol w="1738887">
                  <a:extLst>
                    <a:ext uri="{9D8B030D-6E8A-4147-A177-3AD203B41FA5}">
                      <a16:colId xmlns:a16="http://schemas.microsoft.com/office/drawing/2014/main" val="20000"/>
                    </a:ext>
                  </a:extLst>
                </a:gridCol>
                <a:gridCol w="1737524">
                  <a:extLst>
                    <a:ext uri="{9D8B030D-6E8A-4147-A177-3AD203B41FA5}">
                      <a16:colId xmlns:a16="http://schemas.microsoft.com/office/drawing/2014/main" val="20001"/>
                    </a:ext>
                  </a:extLst>
                </a:gridCol>
                <a:gridCol w="1737524">
                  <a:extLst>
                    <a:ext uri="{9D8B030D-6E8A-4147-A177-3AD203B41FA5}">
                      <a16:colId xmlns:a16="http://schemas.microsoft.com/office/drawing/2014/main" val="20002"/>
                    </a:ext>
                  </a:extLst>
                </a:gridCol>
                <a:gridCol w="1742684">
                  <a:extLst>
                    <a:ext uri="{9D8B030D-6E8A-4147-A177-3AD203B41FA5}">
                      <a16:colId xmlns:a16="http://schemas.microsoft.com/office/drawing/2014/main" val="20003"/>
                    </a:ext>
                  </a:extLst>
                </a:gridCol>
                <a:gridCol w="1711619">
                  <a:extLst>
                    <a:ext uri="{9D8B030D-6E8A-4147-A177-3AD203B41FA5}">
                      <a16:colId xmlns:a16="http://schemas.microsoft.com/office/drawing/2014/main" val="20005"/>
                    </a:ext>
                  </a:extLst>
                </a:gridCol>
                <a:gridCol w="1783830">
                  <a:extLst>
                    <a:ext uri="{9D8B030D-6E8A-4147-A177-3AD203B41FA5}">
                      <a16:colId xmlns:a16="http://schemas.microsoft.com/office/drawing/2014/main" val="20006"/>
                    </a:ext>
                  </a:extLst>
                </a:gridCol>
              </a:tblGrid>
              <a:tr h="1455614">
                <a:tc>
                  <a:txBody>
                    <a:bodyPr/>
                    <a:lstStyle/>
                    <a:p>
                      <a:pPr>
                        <a:defRPr sz="2000"/>
                      </a:pPr>
                      <a:endParaRPr b="0" i="0" dirty="0">
                        <a:latin typeface="Arial" panose="020B0604020202020204" pitchFamily="34" charset="0"/>
                      </a:endParaRPr>
                    </a:p>
                  </a:txBody>
                  <a:tcPr marL="50800" marR="50800" marT="50800" marB="50800" anchor="ctr" horzOverflow="overflow">
                    <a:lnL w="12700">
                      <a:solidFill>
                        <a:srgbClr val="000000"/>
                      </a:solidFill>
                      <a:miter lim="400000"/>
                    </a:lnL>
                    <a:lnT w="12700">
                      <a:solidFill>
                        <a:srgbClr val="000000"/>
                      </a:solidFill>
                      <a:miter lim="400000"/>
                    </a:lnT>
                  </a:tcPr>
                </a:tc>
                <a:tc>
                  <a:txBody>
                    <a:bodyPr/>
                    <a:lstStyle/>
                    <a:p>
                      <a:pPr algn="ctr">
                        <a:defRPr>
                          <a:solidFill>
                            <a:srgbClr val="000000"/>
                          </a:solidFill>
                        </a:defRPr>
                      </a:pPr>
                      <a:r>
                        <a:rPr lang="en-US" sz="2000" b="0" i="0" dirty="0">
                          <a:solidFill>
                            <a:srgbClr val="FFFFFF"/>
                          </a:solidFill>
                          <a:latin typeface="Arial" panose="020B0604020202020204" pitchFamily="34" charset="0"/>
                        </a:rPr>
                        <a:t>P</a:t>
                      </a:r>
                      <a:r>
                        <a:rPr sz="2000" dirty="0">
                          <a:solidFill>
                            <a:srgbClr val="FFFFFF"/>
                          </a:solidFill>
                        </a:rPr>
                        <a:t>articipation,
attendance,
in-class assignments</a:t>
                      </a:r>
                    </a:p>
                  </a:txBody>
                  <a:tcPr marL="50800" marR="50800" marT="50800" marB="50800" anchor="ctr" horzOverflow="overflow">
                    <a:lnT w="12700">
                      <a:solidFill>
                        <a:srgbClr val="000000"/>
                      </a:solidFill>
                      <a:miter lim="400000"/>
                    </a:lnT>
                  </a:tcPr>
                </a:tc>
                <a:tc>
                  <a:txBody>
                    <a:bodyPr/>
                    <a:lstStyle/>
                    <a:p>
                      <a:pPr algn="ctr">
                        <a:defRPr>
                          <a:solidFill>
                            <a:srgbClr val="000000"/>
                          </a:solidFill>
                        </a:defRPr>
                      </a:pPr>
                      <a:r>
                        <a:rPr lang="en-US" sz="2000" b="0" i="0" dirty="0">
                          <a:solidFill>
                            <a:srgbClr val="FFFFFF"/>
                          </a:solidFill>
                          <a:latin typeface="Arial" panose="020B0604020202020204" pitchFamily="34" charset="0"/>
                        </a:rPr>
                        <a:t>P</a:t>
                      </a:r>
                      <a:r>
                        <a:rPr sz="2000" dirty="0">
                          <a:solidFill>
                            <a:srgbClr val="FFFFFF"/>
                          </a:solidFill>
                        </a:rPr>
                        <a:t>re-class assignments</a:t>
                      </a:r>
                    </a:p>
                  </a:txBody>
                  <a:tcPr marL="50800" marR="50800" marT="50800" marB="50800" anchor="ctr" horzOverflow="overflow">
                    <a:lnT w="12700">
                      <a:solidFill>
                        <a:srgbClr val="000000"/>
                      </a:solidFill>
                      <a:miter lim="400000"/>
                    </a:lnT>
                  </a:tcPr>
                </a:tc>
                <a:tc>
                  <a:txBody>
                    <a:bodyPr/>
                    <a:lstStyle/>
                    <a:p>
                      <a:pPr algn="ctr">
                        <a:defRPr>
                          <a:solidFill>
                            <a:srgbClr val="000000"/>
                          </a:solidFill>
                        </a:defRPr>
                      </a:pPr>
                      <a:r>
                        <a:rPr lang="en-US" sz="2000" b="0" i="0" dirty="0">
                          <a:solidFill>
                            <a:srgbClr val="FFFFFF"/>
                          </a:solidFill>
                          <a:latin typeface="Arial" panose="020B0604020202020204" pitchFamily="34" charset="0"/>
                        </a:rPr>
                        <a:t>Quizzes (4)</a:t>
                      </a:r>
                      <a:endParaRPr sz="2000" dirty="0">
                        <a:solidFill>
                          <a:srgbClr val="FFFFFF"/>
                        </a:solidFill>
                      </a:endParaRPr>
                    </a:p>
                  </a:txBody>
                  <a:tcPr marL="50800" marR="50800" marT="50800" marB="50800" anchor="ctr" horzOverflow="overflow">
                    <a:lnT w="12700">
                      <a:solidFill>
                        <a:srgbClr val="000000"/>
                      </a:solidFill>
                      <a:miter lim="400000"/>
                    </a:lnT>
                  </a:tcPr>
                </a:tc>
                <a:tc>
                  <a:txBody>
                    <a:bodyPr/>
                    <a:lstStyle/>
                    <a:p>
                      <a:pPr algn="ctr">
                        <a:defRPr>
                          <a:solidFill>
                            <a:srgbClr val="000000"/>
                          </a:solidFill>
                        </a:defRPr>
                      </a:pPr>
                      <a:r>
                        <a:rPr lang="en-US" sz="2000" b="0" i="0" dirty="0">
                          <a:solidFill>
                            <a:srgbClr val="FFFFFF"/>
                          </a:solidFill>
                          <a:latin typeface="Arial"/>
                        </a:rPr>
                        <a:t>H</a:t>
                      </a:r>
                      <a:r>
                        <a:rPr sz="2000" dirty="0">
                          <a:solidFill>
                            <a:srgbClr val="FFFFFF"/>
                          </a:solidFill>
                        </a:rPr>
                        <a:t>omework</a:t>
                      </a:r>
                      <a:r>
                        <a:rPr lang="en-US" sz="2000" dirty="0">
                          <a:solidFill>
                            <a:srgbClr val="FFFFFF"/>
                          </a:solidFill>
                        </a:rPr>
                        <a:t> (4)</a:t>
                      </a:r>
                      <a:endParaRPr sz="2000" dirty="0">
                        <a:solidFill>
                          <a:srgbClr val="FFFFFF"/>
                        </a:solidFill>
                      </a:endParaRPr>
                    </a:p>
                  </a:txBody>
                  <a:tcPr marL="50800" marR="50800" marT="50800" marB="50800" anchor="ctr" horzOverflow="overflow">
                    <a:lnT w="12700">
                      <a:solidFill>
                        <a:srgbClr val="000000"/>
                      </a:solidFill>
                      <a:miter lim="400000"/>
                    </a:lnT>
                  </a:tcPr>
                </a:tc>
                <a:tc>
                  <a:txBody>
                    <a:bodyPr/>
                    <a:lstStyle/>
                    <a:p>
                      <a:pPr algn="ctr">
                        <a:defRPr>
                          <a:solidFill>
                            <a:srgbClr val="000000"/>
                          </a:solidFill>
                        </a:defRPr>
                      </a:pPr>
                      <a:r>
                        <a:rPr lang="en-US" sz="2000" b="0" i="0" dirty="0">
                          <a:solidFill>
                            <a:srgbClr val="FFFFFF"/>
                          </a:solidFill>
                          <a:latin typeface="Arial" panose="020B0604020202020204" pitchFamily="34" charset="0"/>
                        </a:rPr>
                        <a:t>S</a:t>
                      </a:r>
                      <a:r>
                        <a:rPr sz="2000" dirty="0">
                          <a:solidFill>
                            <a:srgbClr val="FFFFFF"/>
                          </a:solidFill>
                        </a:rPr>
                        <a:t>emester project</a:t>
                      </a:r>
                    </a:p>
                  </a:txBody>
                  <a:tcPr marL="50800" marR="50800" marT="50800" marB="50800" anchor="ctr" horzOverflow="overflow">
                    <a:lnR w="12700">
                      <a:solidFill>
                        <a:srgbClr val="000000"/>
                      </a:solidFill>
                      <a:miter lim="400000"/>
                    </a:lnR>
                    <a:lnT w="12700">
                      <a:solidFill>
                        <a:srgbClr val="000000"/>
                      </a:solidFill>
                      <a:miter lim="400000"/>
                    </a:lnT>
                  </a:tcPr>
                </a:tc>
                <a:extLst>
                  <a:ext uri="{0D108BD9-81ED-4DB2-BD59-A6C34878D82A}">
                    <a16:rowId xmlns:a16="http://schemas.microsoft.com/office/drawing/2014/main" val="10000"/>
                  </a:ext>
                </a:extLst>
              </a:tr>
              <a:tr h="1455614">
                <a:tc>
                  <a:txBody>
                    <a:bodyPr/>
                    <a:lstStyle/>
                    <a:p>
                      <a:pPr algn="ctr">
                        <a:defRPr>
                          <a:solidFill>
                            <a:srgbClr val="000000"/>
                          </a:solidFill>
                        </a:defRPr>
                      </a:pPr>
                      <a:r>
                        <a:rPr lang="en-US" sz="2000" b="0" i="0" dirty="0">
                          <a:solidFill>
                            <a:srgbClr val="FFFFFF"/>
                          </a:solidFill>
                          <a:latin typeface="Arial" panose="020B0604020202020204" pitchFamily="34" charset="0"/>
                        </a:rPr>
                        <a:t>P</a:t>
                      </a:r>
                      <a:r>
                        <a:rPr sz="2000" dirty="0">
                          <a:solidFill>
                            <a:srgbClr val="FFFFFF"/>
                          </a:solidFill>
                        </a:rPr>
                        <a:t>ercentage</a:t>
                      </a:r>
                    </a:p>
                  </a:txBody>
                  <a:tcPr marL="50800" marR="50800" marT="50800" marB="50800" anchor="ctr" horzOverflow="overflow">
                    <a:lnL w="12700">
                      <a:solidFill>
                        <a:srgbClr val="000000"/>
                      </a:solidFill>
                      <a:miter lim="400000"/>
                    </a:lnL>
                    <a:lnB w="12700">
                      <a:solidFill>
                        <a:srgbClr val="000000"/>
                      </a:solidFill>
                      <a:miter lim="400000"/>
                    </a:lnB>
                  </a:tcPr>
                </a:tc>
                <a:tc>
                  <a:txBody>
                    <a:bodyPr/>
                    <a:lstStyle/>
                    <a:p>
                      <a:pPr algn="ctr">
                        <a:defRPr>
                          <a:solidFill>
                            <a:srgbClr val="000000"/>
                          </a:solidFill>
                        </a:defRPr>
                      </a:pPr>
                      <a:r>
                        <a:rPr sz="2000" b="0" i="0" dirty="0">
                          <a:solidFill>
                            <a:srgbClr val="858585"/>
                          </a:solidFill>
                          <a:latin typeface="Arial" panose="020B0604020202020204" pitchFamily="34" charset="0"/>
                        </a:rPr>
                        <a:t>1</a:t>
                      </a:r>
                      <a:r>
                        <a:rPr lang="en-US" sz="2000" b="0" i="0" dirty="0">
                          <a:solidFill>
                            <a:srgbClr val="858585"/>
                          </a:solidFill>
                          <a:latin typeface="Arial" panose="020B0604020202020204" pitchFamily="34" charset="0"/>
                        </a:rPr>
                        <a:t>5</a:t>
                      </a:r>
                      <a:r>
                        <a:rPr sz="2000" b="0" i="0" dirty="0">
                          <a:solidFill>
                            <a:srgbClr val="858585"/>
                          </a:solidFill>
                          <a:latin typeface="Arial" panose="020B0604020202020204" pitchFamily="34" charset="0"/>
                        </a:rPr>
                        <a:t>%</a:t>
                      </a:r>
                    </a:p>
                  </a:txBody>
                  <a:tcPr marL="50800" marR="50800" marT="50800" marB="50800" anchor="ctr" horzOverflow="overflow">
                    <a:lnB w="12700">
                      <a:solidFill>
                        <a:srgbClr val="000000"/>
                      </a:solidFill>
                      <a:miter lim="400000"/>
                    </a:lnB>
                  </a:tcPr>
                </a:tc>
                <a:tc>
                  <a:txBody>
                    <a:bodyPr/>
                    <a:lstStyle/>
                    <a:p>
                      <a:pPr algn="ctr">
                        <a:defRPr>
                          <a:solidFill>
                            <a:srgbClr val="000000"/>
                          </a:solidFill>
                        </a:defRPr>
                      </a:pPr>
                      <a:r>
                        <a:rPr sz="2000" b="0" i="0" dirty="0">
                          <a:solidFill>
                            <a:srgbClr val="858585"/>
                          </a:solidFill>
                          <a:latin typeface="Arial" panose="020B0604020202020204" pitchFamily="34" charset="0"/>
                        </a:rPr>
                        <a:t>1</a:t>
                      </a:r>
                      <a:r>
                        <a:rPr lang="en-US" sz="2000" b="0" i="0" dirty="0">
                          <a:solidFill>
                            <a:srgbClr val="858585"/>
                          </a:solidFill>
                          <a:latin typeface="Arial" panose="020B0604020202020204" pitchFamily="34" charset="0"/>
                        </a:rPr>
                        <a:t>5</a:t>
                      </a:r>
                      <a:r>
                        <a:rPr sz="2000" b="0" i="0" dirty="0">
                          <a:solidFill>
                            <a:srgbClr val="858585"/>
                          </a:solidFill>
                          <a:latin typeface="Arial" panose="020B0604020202020204" pitchFamily="34" charset="0"/>
                        </a:rPr>
                        <a:t>%</a:t>
                      </a:r>
                    </a:p>
                  </a:txBody>
                  <a:tcPr marL="50800" marR="50800" marT="50800" marB="50800" anchor="ctr" horzOverflow="overflow">
                    <a:lnB w="12700">
                      <a:solidFill>
                        <a:srgbClr val="000000"/>
                      </a:solidFill>
                      <a:miter lim="400000"/>
                    </a:lnB>
                  </a:tcPr>
                </a:tc>
                <a:tc>
                  <a:txBody>
                    <a:bodyPr/>
                    <a:lstStyle/>
                    <a:p>
                      <a:pPr algn="ctr">
                        <a:defRPr>
                          <a:solidFill>
                            <a:srgbClr val="000000"/>
                          </a:solidFill>
                        </a:defRPr>
                      </a:pPr>
                      <a:r>
                        <a:rPr lang="en-US" sz="2000" b="0" i="0" dirty="0">
                          <a:solidFill>
                            <a:srgbClr val="858585"/>
                          </a:solidFill>
                          <a:latin typeface="Arial" panose="020B0604020202020204" pitchFamily="34" charset="0"/>
                        </a:rPr>
                        <a:t>20%</a:t>
                      </a:r>
                      <a:endParaRPr sz="2000" dirty="0">
                        <a:solidFill>
                          <a:srgbClr val="858585"/>
                        </a:solidFill>
                      </a:endParaRPr>
                    </a:p>
                  </a:txBody>
                  <a:tcPr marL="50800" marR="50800" marT="50800" marB="50800" anchor="ctr" horzOverflow="overflow">
                    <a:lnB w="12700" cap="flat" cmpd="sng" algn="ctr">
                      <a:solidFill>
                        <a:srgbClr val="000000"/>
                      </a:solidFill>
                      <a:prstDash val="solid"/>
                      <a:miter lim="400000"/>
                      <a:headEnd type="none" w="med" len="med"/>
                      <a:tailEnd type="none" w="med" len="med"/>
                    </a:lnB>
                  </a:tcPr>
                </a:tc>
                <a:tc>
                  <a:txBody>
                    <a:bodyPr/>
                    <a:lstStyle/>
                    <a:p>
                      <a:pPr algn="ctr">
                        <a:defRPr>
                          <a:solidFill>
                            <a:srgbClr val="000000"/>
                          </a:solidFill>
                        </a:defRPr>
                      </a:pPr>
                      <a:r>
                        <a:rPr sz="2000" b="0" i="0" dirty="0">
                          <a:solidFill>
                            <a:srgbClr val="858585"/>
                          </a:solidFill>
                          <a:latin typeface="Arial" panose="020B0604020202020204" pitchFamily="34" charset="0"/>
                        </a:rPr>
                        <a:t>25%</a:t>
                      </a:r>
                    </a:p>
                  </a:txBody>
                  <a:tcPr marL="50800" marR="50800" marT="50800" marB="50800" anchor="ctr" horzOverflow="overflow">
                    <a:lnB w="12700">
                      <a:solidFill>
                        <a:srgbClr val="000000"/>
                      </a:solidFill>
                      <a:miter lim="400000"/>
                    </a:lnB>
                  </a:tcPr>
                </a:tc>
                <a:tc>
                  <a:txBody>
                    <a:bodyPr/>
                    <a:lstStyle/>
                    <a:p>
                      <a:pPr algn="ctr">
                        <a:defRPr>
                          <a:solidFill>
                            <a:srgbClr val="000000"/>
                          </a:solidFill>
                        </a:defRPr>
                      </a:pPr>
                      <a:r>
                        <a:rPr sz="2000" b="0" i="0" dirty="0">
                          <a:solidFill>
                            <a:srgbClr val="858585"/>
                          </a:solidFill>
                          <a:latin typeface="Arial" panose="020B0604020202020204" pitchFamily="34" charset="0"/>
                        </a:rPr>
                        <a:t>25%</a:t>
                      </a:r>
                    </a:p>
                  </a:txBody>
                  <a:tcPr marL="50800" marR="50800" marT="50800" marB="50800" anchor="ctr" horzOverflow="overflow">
                    <a:lnR w="12700">
                      <a:solidFill>
                        <a:srgbClr val="000000"/>
                      </a:solidFill>
                      <a:miter lim="400000"/>
                    </a:lnR>
                    <a:lnB w="12700">
                      <a:solidFill>
                        <a:srgbClr val="000000"/>
                      </a:solidFill>
                      <a:miter lim="400000"/>
                    </a:lnB>
                  </a:tcPr>
                </a:tc>
                <a:extLst>
                  <a:ext uri="{0D108BD9-81ED-4DB2-BD59-A6C34878D82A}">
                    <a16:rowId xmlns:a16="http://schemas.microsoft.com/office/drawing/2014/main" val="10001"/>
                  </a:ext>
                </a:extLst>
              </a:tr>
            </a:tbl>
          </a:graphicData>
        </a:graphic>
      </p:graphicFrame>
      <p:graphicFrame>
        <p:nvGraphicFramePr>
          <p:cNvPr id="182" name="Table"/>
          <p:cNvGraphicFramePr/>
          <p:nvPr>
            <p:extLst>
              <p:ext uri="{D42A27DB-BD31-4B8C-83A1-F6EECF244321}">
                <p14:modId xmlns:p14="http://schemas.microsoft.com/office/powerpoint/2010/main" val="3169746979"/>
              </p:ext>
            </p:extLst>
          </p:nvPr>
        </p:nvGraphicFramePr>
        <p:xfrm>
          <a:off x="4767647" y="4314453"/>
          <a:ext cx="3469504" cy="5201920"/>
        </p:xfrm>
        <a:graphic>
          <a:graphicData uri="http://schemas.openxmlformats.org/drawingml/2006/table">
            <a:tbl>
              <a:tblPr>
                <a:tableStyleId>{4C3C2611-4C71-4FC5-86AE-919BDF0F9419}</a:tableStyleId>
              </a:tblPr>
              <a:tblGrid>
                <a:gridCol w="1734752">
                  <a:extLst>
                    <a:ext uri="{9D8B030D-6E8A-4147-A177-3AD203B41FA5}">
                      <a16:colId xmlns:a16="http://schemas.microsoft.com/office/drawing/2014/main" val="20000"/>
                    </a:ext>
                  </a:extLst>
                </a:gridCol>
                <a:gridCol w="1734752">
                  <a:extLst>
                    <a:ext uri="{9D8B030D-6E8A-4147-A177-3AD203B41FA5}">
                      <a16:colId xmlns:a16="http://schemas.microsoft.com/office/drawing/2014/main" val="20001"/>
                    </a:ext>
                  </a:extLst>
                </a:gridCol>
              </a:tblGrid>
              <a:tr h="567788">
                <a:tc>
                  <a:txBody>
                    <a:bodyPr/>
                    <a:lstStyle/>
                    <a:p>
                      <a:pPr>
                        <a:defRPr>
                          <a:solidFill>
                            <a:srgbClr val="000000"/>
                          </a:solidFill>
                        </a:defRPr>
                      </a:pPr>
                      <a:r>
                        <a:rPr sz="3600" b="0" i="0" dirty="0">
                          <a:solidFill>
                            <a:srgbClr val="858585"/>
                          </a:solidFill>
                          <a:latin typeface="Arial" panose="020B0604020202020204" pitchFamily="34" charset="0"/>
                        </a:rPr>
                        <a:t>4.0</a:t>
                      </a:r>
                    </a:p>
                  </a:txBody>
                  <a:tcPr marL="50800" marR="50800" marT="50800" marB="50800" anchor="ctr" horzOverflow="overflow"/>
                </a:tc>
                <a:tc>
                  <a:txBody>
                    <a:bodyPr/>
                    <a:lstStyle/>
                    <a:p>
                      <a:pPr>
                        <a:defRPr>
                          <a:solidFill>
                            <a:srgbClr val="000000"/>
                          </a:solidFill>
                        </a:defRPr>
                      </a:pPr>
                      <a:r>
                        <a:rPr sz="3600" b="0" i="0" dirty="0">
                          <a:solidFill>
                            <a:srgbClr val="858585"/>
                          </a:solidFill>
                          <a:latin typeface="Arial" panose="020B0604020202020204" pitchFamily="34" charset="0"/>
                        </a:rPr>
                        <a:t>&gt;90%</a:t>
                      </a:r>
                    </a:p>
                  </a:txBody>
                  <a:tcPr marL="50800" marR="50800" marT="50800" marB="50800" anchor="ctr" horzOverflow="overflow"/>
                </a:tc>
                <a:extLst>
                  <a:ext uri="{0D108BD9-81ED-4DB2-BD59-A6C34878D82A}">
                    <a16:rowId xmlns:a16="http://schemas.microsoft.com/office/drawing/2014/main" val="10000"/>
                  </a:ext>
                </a:extLst>
              </a:tr>
              <a:tr h="567788">
                <a:tc>
                  <a:txBody>
                    <a:bodyPr/>
                    <a:lstStyle/>
                    <a:p>
                      <a:pPr>
                        <a:defRPr>
                          <a:solidFill>
                            <a:srgbClr val="000000"/>
                          </a:solidFill>
                        </a:defRPr>
                      </a:pPr>
                      <a:r>
                        <a:rPr sz="3600" b="0" i="0" dirty="0">
                          <a:solidFill>
                            <a:srgbClr val="858585"/>
                          </a:solidFill>
                          <a:latin typeface="Arial" panose="020B0604020202020204" pitchFamily="34" charset="0"/>
                        </a:rPr>
                        <a:t>3.5</a:t>
                      </a:r>
                    </a:p>
                  </a:txBody>
                  <a:tcPr marL="50800" marR="50800" marT="50800" marB="50800" anchor="ctr" horzOverflow="overflow"/>
                </a:tc>
                <a:tc>
                  <a:txBody>
                    <a:bodyPr/>
                    <a:lstStyle/>
                    <a:p>
                      <a:pPr>
                        <a:defRPr>
                          <a:solidFill>
                            <a:srgbClr val="000000"/>
                          </a:solidFill>
                        </a:defRPr>
                      </a:pPr>
                      <a:r>
                        <a:rPr sz="3600" b="0" i="0" dirty="0">
                          <a:solidFill>
                            <a:srgbClr val="858585"/>
                          </a:solidFill>
                          <a:latin typeface="Arial" panose="020B0604020202020204" pitchFamily="34" charset="0"/>
                        </a:rPr>
                        <a:t>&gt;85%</a:t>
                      </a:r>
                    </a:p>
                  </a:txBody>
                  <a:tcPr marL="50800" marR="50800" marT="50800" marB="50800" anchor="ctr" horzOverflow="overflow"/>
                </a:tc>
                <a:extLst>
                  <a:ext uri="{0D108BD9-81ED-4DB2-BD59-A6C34878D82A}">
                    <a16:rowId xmlns:a16="http://schemas.microsoft.com/office/drawing/2014/main" val="10001"/>
                  </a:ext>
                </a:extLst>
              </a:tr>
              <a:tr h="567788">
                <a:tc>
                  <a:txBody>
                    <a:bodyPr/>
                    <a:lstStyle/>
                    <a:p>
                      <a:pPr>
                        <a:defRPr>
                          <a:solidFill>
                            <a:srgbClr val="000000"/>
                          </a:solidFill>
                        </a:defRPr>
                      </a:pPr>
                      <a:r>
                        <a:rPr sz="3600" b="0" i="0" dirty="0">
                          <a:solidFill>
                            <a:srgbClr val="858585"/>
                          </a:solidFill>
                          <a:latin typeface="Arial" panose="020B0604020202020204" pitchFamily="34" charset="0"/>
                        </a:rPr>
                        <a:t>3.0</a:t>
                      </a:r>
                    </a:p>
                  </a:txBody>
                  <a:tcPr marL="50800" marR="50800" marT="50800" marB="50800" anchor="ctr" horzOverflow="overflow"/>
                </a:tc>
                <a:tc>
                  <a:txBody>
                    <a:bodyPr/>
                    <a:lstStyle/>
                    <a:p>
                      <a:pPr>
                        <a:defRPr>
                          <a:solidFill>
                            <a:srgbClr val="000000"/>
                          </a:solidFill>
                        </a:defRPr>
                      </a:pPr>
                      <a:r>
                        <a:rPr sz="3600" b="0" i="0" dirty="0">
                          <a:solidFill>
                            <a:srgbClr val="858585"/>
                          </a:solidFill>
                          <a:latin typeface="Arial" panose="020B0604020202020204" pitchFamily="34" charset="0"/>
                        </a:rPr>
                        <a:t>&gt;80%</a:t>
                      </a:r>
                    </a:p>
                  </a:txBody>
                  <a:tcPr marL="50800" marR="50800" marT="50800" marB="50800" anchor="ctr" horzOverflow="overflow"/>
                </a:tc>
                <a:extLst>
                  <a:ext uri="{0D108BD9-81ED-4DB2-BD59-A6C34878D82A}">
                    <a16:rowId xmlns:a16="http://schemas.microsoft.com/office/drawing/2014/main" val="10002"/>
                  </a:ext>
                </a:extLst>
              </a:tr>
              <a:tr h="567788">
                <a:tc>
                  <a:txBody>
                    <a:bodyPr/>
                    <a:lstStyle/>
                    <a:p>
                      <a:pPr>
                        <a:defRPr>
                          <a:solidFill>
                            <a:srgbClr val="000000"/>
                          </a:solidFill>
                        </a:defRPr>
                      </a:pPr>
                      <a:r>
                        <a:rPr sz="3600" b="0" i="0" dirty="0">
                          <a:solidFill>
                            <a:srgbClr val="858585"/>
                          </a:solidFill>
                          <a:latin typeface="Arial" panose="020B0604020202020204" pitchFamily="34" charset="0"/>
                        </a:rPr>
                        <a:t>2.5</a:t>
                      </a:r>
                    </a:p>
                  </a:txBody>
                  <a:tcPr marL="50800" marR="50800" marT="50800" marB="50800" anchor="ctr" horzOverflow="overflow"/>
                </a:tc>
                <a:tc>
                  <a:txBody>
                    <a:bodyPr/>
                    <a:lstStyle/>
                    <a:p>
                      <a:pPr>
                        <a:defRPr>
                          <a:solidFill>
                            <a:srgbClr val="000000"/>
                          </a:solidFill>
                        </a:defRPr>
                      </a:pPr>
                      <a:r>
                        <a:rPr sz="3600" b="0" i="0" dirty="0">
                          <a:solidFill>
                            <a:srgbClr val="858585"/>
                          </a:solidFill>
                          <a:latin typeface="Arial" panose="020B0604020202020204" pitchFamily="34" charset="0"/>
                        </a:rPr>
                        <a:t>&gt;75%</a:t>
                      </a:r>
                    </a:p>
                  </a:txBody>
                  <a:tcPr marL="50800" marR="50800" marT="50800" marB="50800" anchor="ctr" horzOverflow="overflow"/>
                </a:tc>
                <a:extLst>
                  <a:ext uri="{0D108BD9-81ED-4DB2-BD59-A6C34878D82A}">
                    <a16:rowId xmlns:a16="http://schemas.microsoft.com/office/drawing/2014/main" val="10003"/>
                  </a:ext>
                </a:extLst>
              </a:tr>
              <a:tr h="567788">
                <a:tc>
                  <a:txBody>
                    <a:bodyPr/>
                    <a:lstStyle/>
                    <a:p>
                      <a:pPr>
                        <a:defRPr>
                          <a:solidFill>
                            <a:srgbClr val="000000"/>
                          </a:solidFill>
                        </a:defRPr>
                      </a:pPr>
                      <a:r>
                        <a:rPr sz="3600" b="0" i="0" dirty="0">
                          <a:solidFill>
                            <a:srgbClr val="858585"/>
                          </a:solidFill>
                          <a:latin typeface="Arial" panose="020B0604020202020204" pitchFamily="34" charset="0"/>
                        </a:rPr>
                        <a:t>2.0</a:t>
                      </a:r>
                    </a:p>
                  </a:txBody>
                  <a:tcPr marL="50800" marR="50800" marT="50800" marB="50800" anchor="ctr" horzOverflow="overflow"/>
                </a:tc>
                <a:tc>
                  <a:txBody>
                    <a:bodyPr/>
                    <a:lstStyle/>
                    <a:p>
                      <a:pPr>
                        <a:defRPr>
                          <a:solidFill>
                            <a:srgbClr val="000000"/>
                          </a:solidFill>
                        </a:defRPr>
                      </a:pPr>
                      <a:r>
                        <a:rPr sz="3600" b="0" i="0" dirty="0">
                          <a:solidFill>
                            <a:srgbClr val="858585"/>
                          </a:solidFill>
                          <a:latin typeface="Arial" panose="020B0604020202020204" pitchFamily="34" charset="0"/>
                        </a:rPr>
                        <a:t>&gt;70%</a:t>
                      </a:r>
                    </a:p>
                  </a:txBody>
                  <a:tcPr marL="50800" marR="50800" marT="50800" marB="50800" anchor="ctr" horzOverflow="overflow"/>
                </a:tc>
                <a:extLst>
                  <a:ext uri="{0D108BD9-81ED-4DB2-BD59-A6C34878D82A}">
                    <a16:rowId xmlns:a16="http://schemas.microsoft.com/office/drawing/2014/main" val="10004"/>
                  </a:ext>
                </a:extLst>
              </a:tr>
              <a:tr h="567788">
                <a:tc>
                  <a:txBody>
                    <a:bodyPr/>
                    <a:lstStyle/>
                    <a:p>
                      <a:pPr>
                        <a:defRPr>
                          <a:solidFill>
                            <a:srgbClr val="000000"/>
                          </a:solidFill>
                        </a:defRPr>
                      </a:pPr>
                      <a:r>
                        <a:rPr sz="3600" b="0" i="0" dirty="0">
                          <a:solidFill>
                            <a:srgbClr val="858585"/>
                          </a:solidFill>
                          <a:latin typeface="Arial" panose="020B0604020202020204" pitchFamily="34" charset="0"/>
                        </a:rPr>
                        <a:t>1.5</a:t>
                      </a:r>
                    </a:p>
                  </a:txBody>
                  <a:tcPr marL="50800" marR="50800" marT="50800" marB="50800" anchor="ctr" horzOverflow="overflow"/>
                </a:tc>
                <a:tc>
                  <a:txBody>
                    <a:bodyPr/>
                    <a:lstStyle/>
                    <a:p>
                      <a:pPr>
                        <a:defRPr>
                          <a:solidFill>
                            <a:srgbClr val="000000"/>
                          </a:solidFill>
                        </a:defRPr>
                      </a:pPr>
                      <a:r>
                        <a:rPr sz="3600" b="0" i="0" dirty="0">
                          <a:solidFill>
                            <a:srgbClr val="858585"/>
                          </a:solidFill>
                          <a:latin typeface="Arial" panose="020B0604020202020204" pitchFamily="34" charset="0"/>
                        </a:rPr>
                        <a:t>&gt;65%</a:t>
                      </a:r>
                    </a:p>
                  </a:txBody>
                  <a:tcPr marL="50800" marR="50800" marT="50800" marB="50800" anchor="ctr" horzOverflow="overflow"/>
                </a:tc>
                <a:extLst>
                  <a:ext uri="{0D108BD9-81ED-4DB2-BD59-A6C34878D82A}">
                    <a16:rowId xmlns:a16="http://schemas.microsoft.com/office/drawing/2014/main" val="10005"/>
                  </a:ext>
                </a:extLst>
              </a:tr>
              <a:tr h="567788">
                <a:tc>
                  <a:txBody>
                    <a:bodyPr/>
                    <a:lstStyle/>
                    <a:p>
                      <a:pPr>
                        <a:defRPr>
                          <a:solidFill>
                            <a:srgbClr val="000000"/>
                          </a:solidFill>
                        </a:defRPr>
                      </a:pPr>
                      <a:r>
                        <a:rPr sz="3600" b="0" i="0" dirty="0">
                          <a:solidFill>
                            <a:srgbClr val="858585"/>
                          </a:solidFill>
                          <a:latin typeface="Arial" panose="020B0604020202020204" pitchFamily="34" charset="0"/>
                        </a:rPr>
                        <a:t>1.0</a:t>
                      </a:r>
                    </a:p>
                  </a:txBody>
                  <a:tcPr marL="50800" marR="50800" marT="50800" marB="50800" anchor="ctr" horzOverflow="overflow"/>
                </a:tc>
                <a:tc>
                  <a:txBody>
                    <a:bodyPr/>
                    <a:lstStyle/>
                    <a:p>
                      <a:pPr>
                        <a:defRPr>
                          <a:solidFill>
                            <a:srgbClr val="000000"/>
                          </a:solidFill>
                        </a:defRPr>
                      </a:pPr>
                      <a:r>
                        <a:rPr sz="3600" b="0" i="0" dirty="0">
                          <a:solidFill>
                            <a:srgbClr val="858585"/>
                          </a:solidFill>
                          <a:latin typeface="Arial" panose="020B0604020202020204" pitchFamily="34" charset="0"/>
                        </a:rPr>
                        <a:t>&gt;60%</a:t>
                      </a:r>
                    </a:p>
                  </a:txBody>
                  <a:tcPr marL="50800" marR="50800" marT="50800" marB="50800" anchor="ctr" horzOverflow="overflow"/>
                </a:tc>
                <a:extLst>
                  <a:ext uri="{0D108BD9-81ED-4DB2-BD59-A6C34878D82A}">
                    <a16:rowId xmlns:a16="http://schemas.microsoft.com/office/drawing/2014/main" val="10006"/>
                  </a:ext>
                </a:extLst>
              </a:tr>
              <a:tr h="567788">
                <a:tc>
                  <a:txBody>
                    <a:bodyPr/>
                    <a:lstStyle/>
                    <a:p>
                      <a:pPr>
                        <a:defRPr>
                          <a:solidFill>
                            <a:srgbClr val="000000"/>
                          </a:solidFill>
                        </a:defRPr>
                      </a:pPr>
                      <a:r>
                        <a:rPr sz="3600" b="0" i="0" dirty="0">
                          <a:solidFill>
                            <a:srgbClr val="858585"/>
                          </a:solidFill>
                          <a:latin typeface="Arial" panose="020B0604020202020204" pitchFamily="34" charset="0"/>
                        </a:rPr>
                        <a:t>0.0</a:t>
                      </a:r>
                    </a:p>
                  </a:txBody>
                  <a:tcPr marL="50800" marR="50800" marT="50800" marB="50800" anchor="ctr" horzOverflow="overflow"/>
                </a:tc>
                <a:tc>
                  <a:txBody>
                    <a:bodyPr/>
                    <a:lstStyle/>
                    <a:p>
                      <a:pPr>
                        <a:defRPr>
                          <a:solidFill>
                            <a:srgbClr val="000000"/>
                          </a:solidFill>
                        </a:defRPr>
                      </a:pPr>
                      <a:r>
                        <a:rPr sz="3600" b="0" i="0" dirty="0">
                          <a:solidFill>
                            <a:srgbClr val="858585"/>
                          </a:solidFill>
                          <a:latin typeface="Arial" panose="020B0604020202020204" pitchFamily="34" charset="0"/>
                        </a:rPr>
                        <a:t>&lt;60%</a:t>
                      </a:r>
                    </a:p>
                  </a:txBody>
                  <a:tcPr marL="50800" marR="50800" marT="50800" marB="50800" anchor="ctr" horzOverflow="overflow"/>
                </a:tc>
                <a:extLst>
                  <a:ext uri="{0D108BD9-81ED-4DB2-BD59-A6C34878D82A}">
                    <a16:rowId xmlns:a16="http://schemas.microsoft.com/office/drawing/2014/main" val="10007"/>
                  </a:ext>
                </a:extLst>
              </a:tr>
            </a:tbl>
          </a:graphicData>
        </a:graphic>
      </p:graphicFrame>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7" name="Rounded Rectangle"/>
          <p:cNvGrpSpPr/>
          <p:nvPr/>
        </p:nvGrpSpPr>
        <p:grpSpPr>
          <a:xfrm>
            <a:off x="190500" y="749300"/>
            <a:ext cx="4477026" cy="1778000"/>
            <a:chOff x="0" y="0"/>
            <a:chExt cx="4477025" cy="1778000"/>
          </a:xfrm>
        </p:grpSpPr>
        <p:sp>
          <p:nvSpPr>
            <p:cNvPr id="186" name="Rounded Rectangle"/>
            <p:cNvSpPr/>
            <p:nvPr/>
          </p:nvSpPr>
          <p:spPr>
            <a:xfrm>
              <a:off x="215900" y="139700"/>
              <a:ext cx="4045226" cy="1219200"/>
            </a:xfrm>
            <a:prstGeom prst="roundRect">
              <a:avLst>
                <a:gd name="adj" fmla="val 15585"/>
              </a:avLst>
            </a:prstGeom>
            <a:solidFill>
              <a:srgbClr val="009051">
                <a:alpha val="37017"/>
              </a:srgbClr>
            </a:solidFill>
            <a:ln>
              <a:noFill/>
            </a:ln>
            <a:effectLst/>
          </p:spPr>
          <p:txBody>
            <a:bodyPr wrap="square" lIns="50800" tIns="50800" rIns="50800" bIns="50800" numCol="1" anchor="ctr">
              <a:noAutofit/>
            </a:bodyPr>
            <a:lstStyle/>
            <a:p>
              <a:pPr>
                <a:defRPr sz="3600">
                  <a:solidFill>
                    <a:srgbClr val="FFFFFF"/>
                  </a:solidFill>
                </a:defRPr>
              </a:pPr>
              <a:endParaRPr>
                <a:latin typeface="Arial" panose="020B0604020202020204" pitchFamily="34" charset="0"/>
              </a:endParaRPr>
            </a:p>
          </p:txBody>
        </p:sp>
        <p:pic>
          <p:nvPicPr>
            <p:cNvPr id="185" name="Rounded Rectangle" descr="Rounded Rectangle"/>
            <p:cNvPicPr>
              <a:picLocks/>
            </p:cNvPicPr>
            <p:nvPr/>
          </p:nvPicPr>
          <p:blipFill>
            <a:blip r:embed="rId2">
              <a:alphaModFix amt="37017"/>
            </a:blip>
            <a:stretch>
              <a:fillRect/>
            </a:stretch>
          </p:blipFill>
          <p:spPr>
            <a:xfrm>
              <a:off x="0" y="0"/>
              <a:ext cx="4477026" cy="1778000"/>
            </a:xfrm>
            <a:prstGeom prst="rect">
              <a:avLst/>
            </a:prstGeom>
            <a:effectLst/>
          </p:spPr>
        </p:pic>
      </p:grpSp>
      <p:sp>
        <p:nvSpPr>
          <p:cNvPr id="188" name="Rounded Rectangle"/>
          <p:cNvSpPr/>
          <p:nvPr/>
        </p:nvSpPr>
        <p:spPr>
          <a:xfrm>
            <a:off x="108775" y="3105498"/>
            <a:ext cx="12742189" cy="4660829"/>
          </a:xfrm>
          <a:prstGeom prst="roundRect">
            <a:avLst>
              <a:gd name="adj" fmla="val 15000"/>
            </a:avLst>
          </a:prstGeom>
          <a:solidFill>
            <a:srgbClr val="EBEBEB">
              <a:alpha val="37017"/>
            </a:srgbClr>
          </a:solidFill>
          <a:ln w="12700">
            <a:miter lim="400000"/>
          </a:ln>
        </p:spPr>
        <p:txBody>
          <a:bodyPr lIns="50800" tIns="50800" rIns="50800" bIns="50800" anchor="ctr"/>
          <a:lstStyle/>
          <a:p>
            <a:pPr>
              <a:defRPr sz="3600">
                <a:solidFill>
                  <a:srgbClr val="FFFFFF"/>
                </a:solidFill>
              </a:defRPr>
            </a:pPr>
            <a:endParaRPr>
              <a:latin typeface="Arial" panose="020B0604020202020204" pitchFamily="34" charset="0"/>
            </a:endParaRPr>
          </a:p>
        </p:txBody>
      </p:sp>
      <p:sp>
        <p:nvSpPr>
          <p:cNvPr id="189" name="Spartan Code of Honor"/>
          <p:cNvSpPr txBox="1">
            <a:spLocks noGrp="1"/>
          </p:cNvSpPr>
          <p:nvPr>
            <p:ph type="title"/>
          </p:nvPr>
        </p:nvSpPr>
        <p:spPr>
          <a:xfrm>
            <a:off x="4737029" y="363039"/>
            <a:ext cx="8525521" cy="2438400"/>
          </a:xfrm>
          <a:prstGeom prst="rect">
            <a:avLst/>
          </a:prstGeom>
        </p:spPr>
        <p:txBody>
          <a:bodyPr>
            <a:normAutofit/>
          </a:bodyPr>
          <a:lstStyle/>
          <a:p>
            <a:r>
              <a:t>Spartan Code of Honor</a:t>
            </a:r>
          </a:p>
        </p:txBody>
      </p:sp>
      <p:sp>
        <p:nvSpPr>
          <p:cNvPr id="195"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19</a:t>
            </a:fld>
            <a:endParaRPr/>
          </a:p>
        </p:txBody>
      </p:sp>
      <p:sp>
        <p:nvSpPr>
          <p:cNvPr id="190" name="As Spartans, we continually strive to hold ourselves to values of the highest ethical honor. As students, we will empower an atmosphere as future leaders…"/>
          <p:cNvSpPr txBox="1"/>
          <p:nvPr/>
        </p:nvSpPr>
        <p:spPr>
          <a:xfrm>
            <a:off x="406400" y="3349991"/>
            <a:ext cx="12282466" cy="40421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nchor="ctr">
            <a:spAutoFit/>
          </a:bodyPr>
          <a:lstStyle/>
          <a:p>
            <a:pPr algn="l">
              <a:defRPr sz="3200">
                <a:solidFill>
                  <a:srgbClr val="2D544A"/>
                </a:solidFill>
                <a:latin typeface="Copperplate"/>
                <a:ea typeface="Copperplate"/>
                <a:cs typeface="Copperplate"/>
                <a:sym typeface="Copperplate"/>
              </a:defRPr>
            </a:pPr>
            <a:r>
              <a:rPr dirty="0"/>
              <a:t>As Spartans, we continually strive to hold ourselves to values of the highest ethical honor. As students, we will empower an atmosphere as future leaders</a:t>
            </a:r>
            <a:r>
              <a:rPr lang="en-US" dirty="0"/>
              <a:t> </a:t>
            </a:r>
            <a:r>
              <a:rPr dirty="0"/>
              <a:t>to uphold honesty in our work, hold our peers accountable to the highest standard, and take pride that integrity is worth more than our grade. We pledge that these ethics will carry beyond our time as students</a:t>
            </a:r>
            <a:r>
              <a:rPr lang="en-US" dirty="0"/>
              <a:t> </a:t>
            </a:r>
            <a:r>
              <a:rPr dirty="0"/>
              <a:t>at Michigan State University, fostering an improved recognition for personal best and integrity in our society.</a:t>
            </a:r>
          </a:p>
        </p:txBody>
      </p:sp>
      <p:sp>
        <p:nvSpPr>
          <p:cNvPr id="191" name="Please review the pledge at: https://honorcode.msu.edu/about/"/>
          <p:cNvSpPr txBox="1"/>
          <p:nvPr/>
        </p:nvSpPr>
        <p:spPr>
          <a:xfrm>
            <a:off x="1870989" y="8496260"/>
            <a:ext cx="10079682" cy="53347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a:defRPr sz="2800"/>
            </a:pPr>
            <a:r>
              <a:rPr dirty="0">
                <a:latin typeface="Arial" panose="020B0604020202020204" pitchFamily="34" charset="0"/>
              </a:rPr>
              <a:t>Please review the pledge at: https://</a:t>
            </a:r>
            <a:r>
              <a:rPr dirty="0" err="1">
                <a:latin typeface="Arial" panose="020B0604020202020204" pitchFamily="34" charset="0"/>
              </a:rPr>
              <a:t>honorcode.msu.edu</a:t>
            </a:r>
            <a:r>
              <a:rPr dirty="0">
                <a:latin typeface="Arial" panose="020B0604020202020204" pitchFamily="34" charset="0"/>
              </a:rPr>
              <a:t>/about/</a:t>
            </a:r>
          </a:p>
        </p:txBody>
      </p:sp>
      <p:pic>
        <p:nvPicPr>
          <p:cNvPr id="192" name="Image" descr="Image"/>
          <p:cNvPicPr>
            <a:picLocks noChangeAspect="1"/>
          </p:cNvPicPr>
          <p:nvPr/>
        </p:nvPicPr>
        <p:blipFill>
          <a:blip r:embed="rId3"/>
          <a:stretch>
            <a:fillRect/>
          </a:stretch>
        </p:blipFill>
        <p:spPr>
          <a:xfrm>
            <a:off x="475902" y="1084106"/>
            <a:ext cx="3890931" cy="778188"/>
          </a:xfrm>
          <a:prstGeom prst="rect">
            <a:avLst/>
          </a:prstGeom>
          <a:ln w="12700">
            <a:miter lim="400000"/>
          </a:ln>
        </p:spPr>
      </p:pic>
      <p:pic>
        <p:nvPicPr>
          <p:cNvPr id="193" name="Image" descr="Image"/>
          <p:cNvPicPr>
            <a:picLocks noChangeAspect="1"/>
          </p:cNvPicPr>
          <p:nvPr/>
        </p:nvPicPr>
        <p:blipFill>
          <a:blip r:embed="rId4"/>
          <a:stretch>
            <a:fillRect/>
          </a:stretch>
        </p:blipFill>
        <p:spPr>
          <a:xfrm>
            <a:off x="1399870" y="8056496"/>
            <a:ext cx="10160001" cy="155389"/>
          </a:xfrm>
          <a:prstGeom prst="rect">
            <a:avLst/>
          </a:prstGeom>
          <a:ln w="12700">
            <a:miter lim="400000"/>
          </a:ln>
        </p:spPr>
      </p:pic>
      <p:pic>
        <p:nvPicPr>
          <p:cNvPr id="194" name="Image" descr="Image"/>
          <p:cNvPicPr>
            <a:picLocks noChangeAspect="1"/>
          </p:cNvPicPr>
          <p:nvPr/>
        </p:nvPicPr>
        <p:blipFill>
          <a:blip r:embed="rId4"/>
          <a:stretch>
            <a:fillRect/>
          </a:stretch>
        </p:blipFill>
        <p:spPr>
          <a:xfrm>
            <a:off x="1399870" y="2801439"/>
            <a:ext cx="10160001" cy="155389"/>
          </a:xfrm>
          <a:prstGeom prst="rect">
            <a:avLst/>
          </a:prstGeom>
          <a:ln w="12700">
            <a:miter lim="400000"/>
          </a:ln>
        </p:spPr>
      </p:pic>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Rounded Rectangle"/>
          <p:cNvSpPr/>
          <p:nvPr/>
        </p:nvSpPr>
        <p:spPr>
          <a:xfrm>
            <a:off x="117170" y="2878111"/>
            <a:ext cx="12815519" cy="4424389"/>
          </a:xfrm>
          <a:prstGeom prst="roundRect">
            <a:avLst>
              <a:gd name="adj" fmla="val 15000"/>
            </a:avLst>
          </a:prstGeom>
          <a:solidFill>
            <a:srgbClr val="EBEBEB">
              <a:alpha val="37017"/>
            </a:srgbClr>
          </a:solidFill>
          <a:ln w="12700">
            <a:miter lim="400000"/>
          </a:ln>
        </p:spPr>
        <p:txBody>
          <a:bodyPr lIns="50800" tIns="50800" rIns="50800" bIns="50800" anchor="ctr"/>
          <a:lstStyle/>
          <a:p>
            <a:pPr>
              <a:defRPr sz="3600">
                <a:solidFill>
                  <a:srgbClr val="FFFFFF"/>
                </a:solidFill>
              </a:defRPr>
            </a:pPr>
            <a:endParaRPr>
              <a:latin typeface="Arial" panose="020B0604020202020204" pitchFamily="34" charset="0"/>
            </a:endParaRPr>
          </a:p>
        </p:txBody>
      </p:sp>
      <p:sp>
        <p:nvSpPr>
          <p:cNvPr id="198" name="Accommodations"/>
          <p:cNvSpPr txBox="1">
            <a:spLocks noGrp="1"/>
          </p:cNvSpPr>
          <p:nvPr>
            <p:ph type="title"/>
          </p:nvPr>
        </p:nvSpPr>
        <p:spPr>
          <a:xfrm>
            <a:off x="924511" y="254000"/>
            <a:ext cx="11155778" cy="2438400"/>
          </a:xfrm>
          <a:prstGeom prst="rect">
            <a:avLst/>
          </a:prstGeom>
        </p:spPr>
        <p:txBody>
          <a:bodyPr/>
          <a:lstStyle/>
          <a:p>
            <a:r>
              <a:t>Accommodations</a:t>
            </a:r>
          </a:p>
        </p:txBody>
      </p:sp>
      <p:sp>
        <p:nvSpPr>
          <p:cNvPr id="200"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20</a:t>
            </a:fld>
            <a:endParaRPr/>
          </a:p>
        </p:txBody>
      </p:sp>
      <p:sp>
        <p:nvSpPr>
          <p:cNvPr id="199" name="If you have a university-documented learning difficulty or require other accommodations, please provide me with your VISA as soon as possible and speak with me about how I can assist you in your learning.…"/>
          <p:cNvSpPr txBox="1"/>
          <p:nvPr/>
        </p:nvSpPr>
        <p:spPr>
          <a:xfrm>
            <a:off x="438410" y="1853231"/>
            <a:ext cx="12125195" cy="65043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nchor="ctr">
            <a:spAutoFit/>
          </a:bodyPr>
          <a:lstStyle/>
          <a:p>
            <a:pPr algn="l"/>
            <a:r>
              <a:rPr sz="3200" dirty="0">
                <a:latin typeface="Arial" panose="020B0604020202020204" pitchFamily="34" charset="0"/>
              </a:rPr>
              <a:t>If you have a university-documented learning difficulty or require other accommodations, please provide me with your VISA as soon as possible and speak with me about how I can assist you in your learning.</a:t>
            </a:r>
          </a:p>
          <a:p>
            <a:pPr algn="l"/>
            <a:endParaRPr sz="3200" dirty="0">
              <a:latin typeface="Arial" panose="020B0604020202020204" pitchFamily="34" charset="0"/>
            </a:endParaRPr>
          </a:p>
          <a:p>
            <a:pPr algn="l"/>
            <a:r>
              <a:rPr sz="3200" dirty="0">
                <a:latin typeface="Arial" panose="020B0604020202020204" pitchFamily="34" charset="0"/>
              </a:rPr>
              <a:t>If you do not have a VISA but have been documented with a</a:t>
            </a:r>
            <a:r>
              <a:rPr lang="en-US" sz="3200" dirty="0">
                <a:latin typeface="Arial" panose="020B0604020202020204" pitchFamily="34" charset="0"/>
              </a:rPr>
              <a:t> </a:t>
            </a:r>
            <a:r>
              <a:rPr sz="3200" dirty="0">
                <a:latin typeface="Arial" panose="020B0604020202020204" pitchFamily="34" charset="0"/>
              </a:rPr>
              <a:t>learning difficulty or other problems for which you may still require </a:t>
            </a:r>
            <a:endParaRPr lang="en-US" sz="3200" dirty="0">
              <a:latin typeface="Arial" panose="020B0604020202020204" pitchFamily="34" charset="0"/>
            </a:endParaRPr>
          </a:p>
          <a:p>
            <a:pPr algn="l"/>
            <a:r>
              <a:rPr sz="3200" dirty="0">
                <a:latin typeface="Arial" panose="020B0604020202020204" pitchFamily="34" charset="0"/>
              </a:rPr>
              <a:t>accommodation, please contact MSU’s Resource Center for People with Disabilities (355-9642) in order to acquire current</a:t>
            </a:r>
            <a:r>
              <a:rPr lang="en-US" sz="3200" dirty="0">
                <a:latin typeface="Arial" panose="020B0604020202020204" pitchFamily="34" charset="0"/>
              </a:rPr>
              <a:t> </a:t>
            </a:r>
            <a:r>
              <a:rPr sz="3200" dirty="0">
                <a:latin typeface="Arial" panose="020B0604020202020204" pitchFamily="34" charset="0"/>
              </a:rPr>
              <a:t>documentation.</a:t>
            </a:r>
            <a:endParaRPr lang="en-US" sz="3200" dirty="0">
              <a:latin typeface="Arial" panose="020B0604020202020204" pitchFamily="34" charset="0"/>
            </a:endParaRPr>
          </a:p>
          <a:p>
            <a:pPr algn="l"/>
            <a:endParaRPr lang="en-US" sz="3200" dirty="0">
              <a:latin typeface="Arial" panose="020B0604020202020204" pitchFamily="34" charset="0"/>
            </a:endParaRPr>
          </a:p>
          <a:p>
            <a:pPr algn="l"/>
            <a:r>
              <a:rPr lang="en-US" sz="3200" dirty="0">
                <a:latin typeface="Arial" panose="020B0604020202020204" pitchFamily="34" charset="0"/>
              </a:rPr>
              <a:t>If you need accommodations but do not yet have documentation, please contact me! </a:t>
            </a:r>
            <a:endParaRPr sz="3200" dirty="0">
              <a:latin typeface="Arial" panose="020B0604020202020204" pitchFamily="34" charset="0"/>
            </a:endParaRP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Rounded Rectangle"/>
          <p:cNvSpPr/>
          <p:nvPr/>
        </p:nvSpPr>
        <p:spPr>
          <a:xfrm>
            <a:off x="205154" y="2561224"/>
            <a:ext cx="12594489" cy="5519460"/>
          </a:xfrm>
          <a:prstGeom prst="roundRect">
            <a:avLst>
              <a:gd name="adj" fmla="val 15000"/>
            </a:avLst>
          </a:prstGeom>
          <a:solidFill>
            <a:srgbClr val="EBEBEB">
              <a:alpha val="37017"/>
            </a:srgbClr>
          </a:solidFill>
          <a:ln w="12700">
            <a:miter lim="400000"/>
          </a:ln>
        </p:spPr>
        <p:txBody>
          <a:bodyPr lIns="50800" tIns="50800" rIns="50800" bIns="50800" anchor="ctr"/>
          <a:lstStyle/>
          <a:p>
            <a:pPr>
              <a:defRPr sz="3600">
                <a:solidFill>
                  <a:srgbClr val="FFFFFF"/>
                </a:solidFill>
              </a:defRPr>
            </a:pPr>
            <a:endParaRPr>
              <a:latin typeface="Arial" panose="020B0604020202020204" pitchFamily="34" charset="0"/>
            </a:endParaRPr>
          </a:p>
        </p:txBody>
      </p:sp>
      <p:sp>
        <p:nvSpPr>
          <p:cNvPr id="203" name="Honors Option"/>
          <p:cNvSpPr txBox="1">
            <a:spLocks noGrp="1"/>
          </p:cNvSpPr>
          <p:nvPr>
            <p:ph type="title"/>
          </p:nvPr>
        </p:nvSpPr>
        <p:spPr>
          <a:xfrm>
            <a:off x="924511" y="254000"/>
            <a:ext cx="11155778" cy="2438400"/>
          </a:xfrm>
          <a:prstGeom prst="rect">
            <a:avLst/>
          </a:prstGeom>
        </p:spPr>
        <p:txBody>
          <a:bodyPr/>
          <a:lstStyle/>
          <a:p>
            <a:r>
              <a:t>Honors Option</a:t>
            </a:r>
          </a:p>
        </p:txBody>
      </p:sp>
      <p:sp>
        <p:nvSpPr>
          <p:cNvPr id="205"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21</a:t>
            </a:fld>
            <a:endParaRPr/>
          </a:p>
        </p:txBody>
      </p:sp>
      <p:sp>
        <p:nvSpPr>
          <p:cNvPr id="204" name="This course has an honors option. The option involves completing second project that highlights a different aspect of the course (e.g., if you do modeling for your normal project, you should do data science for you honors option).…"/>
          <p:cNvSpPr txBox="1"/>
          <p:nvPr/>
        </p:nvSpPr>
        <p:spPr>
          <a:xfrm>
            <a:off x="924511" y="2561224"/>
            <a:ext cx="11155777" cy="551946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nchor="ctr">
            <a:spAutoFit/>
          </a:bodyPr>
          <a:lstStyle/>
          <a:p>
            <a:pPr algn="l"/>
            <a:r>
              <a:rPr sz="3200" dirty="0">
                <a:latin typeface="Arial" panose="020B0604020202020204" pitchFamily="34" charset="0"/>
              </a:rPr>
              <a:t>This course has an honors option. The option involves</a:t>
            </a:r>
            <a:r>
              <a:rPr lang="en-US" sz="3200" dirty="0">
                <a:latin typeface="Arial" panose="020B0604020202020204" pitchFamily="34" charset="0"/>
              </a:rPr>
              <a:t> </a:t>
            </a:r>
            <a:r>
              <a:rPr sz="3200" dirty="0">
                <a:latin typeface="Arial" panose="020B0604020202020204" pitchFamily="34" charset="0"/>
              </a:rPr>
              <a:t>completing </a:t>
            </a:r>
            <a:r>
              <a:rPr sz="3200" dirty="0">
                <a:solidFill>
                  <a:srgbClr val="2D544A"/>
                </a:solidFill>
                <a:latin typeface="Arial" panose="020B0604020202020204" pitchFamily="34" charset="0"/>
              </a:rPr>
              <a:t>second</a:t>
            </a:r>
            <a:r>
              <a:rPr sz="3200" dirty="0">
                <a:latin typeface="Arial" panose="020B0604020202020204" pitchFamily="34" charset="0"/>
              </a:rPr>
              <a:t> project that highlights a different aspect of the course (e.g., if you do modeling for your normal project, </a:t>
            </a:r>
            <a:r>
              <a:rPr lang="en-US" sz="3200" dirty="0">
                <a:latin typeface="Arial" panose="020B0604020202020204" pitchFamily="34" charset="0"/>
              </a:rPr>
              <a:t> </a:t>
            </a:r>
            <a:r>
              <a:rPr sz="3200" dirty="0">
                <a:latin typeface="Arial" panose="020B0604020202020204" pitchFamily="34" charset="0"/>
              </a:rPr>
              <a:t>you should do data science for you honors option).</a:t>
            </a:r>
          </a:p>
          <a:p>
            <a:pPr algn="l"/>
            <a:endParaRPr sz="3200" dirty="0">
              <a:latin typeface="Arial" panose="020B0604020202020204" pitchFamily="34" charset="0"/>
            </a:endParaRPr>
          </a:p>
          <a:p>
            <a:pPr algn="l"/>
            <a:r>
              <a:rPr sz="3200" dirty="0">
                <a:latin typeface="Arial" panose="020B0604020202020204" pitchFamily="34" charset="0"/>
              </a:rPr>
              <a:t>You will also be expected to received a minimum grade of 80% on your honors option project and a minimum of a 3.</a:t>
            </a:r>
            <a:r>
              <a:rPr lang="en-US" sz="3200" dirty="0">
                <a:latin typeface="Arial" panose="020B0604020202020204" pitchFamily="34" charset="0"/>
              </a:rPr>
              <a:t>0</a:t>
            </a:r>
            <a:r>
              <a:rPr sz="3200" dirty="0">
                <a:latin typeface="Arial" panose="020B0604020202020204" pitchFamily="34" charset="0"/>
              </a:rPr>
              <a:t> in the course as a whole.</a:t>
            </a:r>
          </a:p>
          <a:p>
            <a:pPr algn="l"/>
            <a:endParaRPr sz="3200" dirty="0">
              <a:latin typeface="Arial" panose="020B0604020202020204" pitchFamily="34" charset="0"/>
            </a:endParaRPr>
          </a:p>
          <a:p>
            <a:pPr algn="l"/>
            <a:r>
              <a:rPr sz="3200" dirty="0">
                <a:latin typeface="Arial" panose="020B0604020202020204" pitchFamily="34" charset="0"/>
              </a:rPr>
              <a:t>Contact me if you are interested</a:t>
            </a:r>
            <a:r>
              <a:rPr lang="en-US" sz="3200" dirty="0">
                <a:latin typeface="Arial" panose="020B0604020202020204" pitchFamily="34" charset="0"/>
              </a:rPr>
              <a:t> (within the first two weeks of the course)</a:t>
            </a:r>
            <a:r>
              <a:rPr sz="3200" dirty="0">
                <a:latin typeface="Arial" panose="020B0604020202020204" pitchFamily="34" charset="0"/>
              </a:rPr>
              <a:t>.</a:t>
            </a: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Slack"/>
          <p:cNvSpPr txBox="1">
            <a:spLocks noGrp="1"/>
          </p:cNvSpPr>
          <p:nvPr>
            <p:ph type="title"/>
          </p:nvPr>
        </p:nvSpPr>
        <p:spPr>
          <a:xfrm>
            <a:off x="223303" y="22303"/>
            <a:ext cx="6134068" cy="1865676"/>
          </a:xfrm>
          <a:prstGeom prst="rect">
            <a:avLst/>
          </a:prstGeom>
        </p:spPr>
        <p:txBody>
          <a:bodyPr/>
          <a:lstStyle/>
          <a:p>
            <a:r>
              <a:rPr lang="en-US" sz="4650" dirty="0">
                <a:latin typeface="Avenir Book"/>
              </a:rPr>
              <a:t>Teams</a:t>
            </a:r>
            <a:endParaRPr lang="en-US" sz="4650" dirty="0"/>
          </a:p>
        </p:txBody>
      </p:sp>
      <p:sp>
        <p:nvSpPr>
          <p:cNvPr id="212"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22</a:t>
            </a:fld>
            <a:endParaRPr/>
          </a:p>
        </p:txBody>
      </p:sp>
      <p:sp>
        <p:nvSpPr>
          <p:cNvPr id="209" name="We will be using Slack in this course.…"/>
          <p:cNvSpPr txBox="1"/>
          <p:nvPr/>
        </p:nvSpPr>
        <p:spPr>
          <a:xfrm>
            <a:off x="223303" y="1428867"/>
            <a:ext cx="5847713" cy="765850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nchor="ctr">
            <a:spAutoFit/>
          </a:bodyPr>
          <a:lstStyle/>
          <a:p>
            <a:pPr marL="227965" indent="-227965">
              <a:spcBef>
                <a:spcPts val="3000"/>
              </a:spcBef>
              <a:buSzPct val="100000"/>
              <a:buChar char="•"/>
              <a:defRPr sz="3200">
                <a:solidFill>
                  <a:srgbClr val="2D544A"/>
                </a:solidFill>
              </a:defRPr>
            </a:pPr>
            <a:r>
              <a:rPr lang="en-US" dirty="0">
                <a:latin typeface="Arial"/>
                <a:cs typeface="Arial"/>
              </a:rPr>
              <a:t> </a:t>
            </a:r>
            <a:r>
              <a:rPr dirty="0">
                <a:latin typeface="Arial"/>
                <a:cs typeface="Arial"/>
              </a:rPr>
              <a:t>We will be using </a:t>
            </a:r>
            <a:r>
              <a:rPr lang="en-US" dirty="0">
                <a:latin typeface="Arial"/>
                <a:cs typeface="Arial"/>
              </a:rPr>
              <a:t>Teams</a:t>
            </a:r>
            <a:r>
              <a:rPr dirty="0">
                <a:latin typeface="Arial"/>
                <a:cs typeface="Arial"/>
              </a:rPr>
              <a:t> in this course.</a:t>
            </a:r>
            <a:endParaRPr lang="en-US" dirty="0">
              <a:latin typeface="Arial"/>
              <a:cs typeface="Arial"/>
            </a:endParaRPr>
          </a:p>
          <a:p>
            <a:pPr marL="227965" indent="-227965">
              <a:spcBef>
                <a:spcPts val="3000"/>
              </a:spcBef>
              <a:buSzPct val="100000"/>
              <a:buChar char="•"/>
              <a:defRPr sz="3200">
                <a:solidFill>
                  <a:srgbClr val="2D544A"/>
                </a:solidFill>
              </a:defRPr>
            </a:pPr>
            <a:r>
              <a:rPr lang="en-US" dirty="0">
                <a:latin typeface="Arial"/>
                <a:cs typeface="Arial"/>
              </a:rPr>
              <a:t> </a:t>
            </a:r>
            <a:r>
              <a:rPr dirty="0">
                <a:latin typeface="Arial"/>
                <a:cs typeface="Arial"/>
              </a:rPr>
              <a:t>The primary goal of </a:t>
            </a:r>
            <a:r>
              <a:rPr lang="en-US" dirty="0">
                <a:latin typeface="Arial"/>
                <a:cs typeface="Arial"/>
              </a:rPr>
              <a:t>Teams </a:t>
            </a:r>
            <a:r>
              <a:rPr dirty="0">
                <a:latin typeface="Arial"/>
                <a:cs typeface="Arial"/>
              </a:rPr>
              <a:t>is to support communication between the students, but it will also enable instructor support.</a:t>
            </a:r>
            <a:r>
              <a:rPr lang="en-US" dirty="0">
                <a:latin typeface="Arial"/>
                <a:cs typeface="Arial"/>
              </a:rPr>
              <a:t> </a:t>
            </a:r>
            <a:endParaRPr dirty="0">
              <a:latin typeface="Arial" panose="020B0604020202020204" pitchFamily="34" charset="0"/>
              <a:cs typeface="Arial"/>
            </a:endParaRPr>
          </a:p>
          <a:p>
            <a:pPr marL="227965" indent="-227965">
              <a:spcBef>
                <a:spcPts val="3000"/>
              </a:spcBef>
              <a:buSzPct val="100000"/>
              <a:buChar char="•"/>
              <a:defRPr sz="3200">
                <a:solidFill>
                  <a:srgbClr val="2D544A"/>
                </a:solidFill>
              </a:defRPr>
            </a:pPr>
            <a:r>
              <a:rPr lang="en-US" dirty="0">
                <a:latin typeface="Arial"/>
                <a:cs typeface="Arial"/>
              </a:rPr>
              <a:t> </a:t>
            </a:r>
            <a:r>
              <a:rPr dirty="0">
                <a:latin typeface="Arial"/>
                <a:cs typeface="Arial"/>
              </a:rPr>
              <a:t>Use the </a:t>
            </a:r>
            <a:r>
              <a:rPr lang="en-US" dirty="0">
                <a:latin typeface="Arial"/>
                <a:cs typeface="Arial"/>
              </a:rPr>
              <a:t>Teams </a:t>
            </a:r>
            <a:r>
              <a:rPr dirty="0">
                <a:latin typeface="Arial"/>
                <a:cs typeface="Arial"/>
              </a:rPr>
              <a:t>channels to show ideas/tips/plots or to ask questions about syntax, error messages.</a:t>
            </a:r>
            <a:r>
              <a:rPr lang="en-US" dirty="0">
                <a:latin typeface="Arial"/>
                <a:cs typeface="Arial"/>
              </a:rPr>
              <a:t> </a:t>
            </a:r>
            <a:endParaRPr dirty="0">
              <a:latin typeface="Arial" panose="020B0604020202020204" pitchFamily="34" charset="0"/>
              <a:cs typeface="Arial"/>
            </a:endParaRPr>
          </a:p>
          <a:p>
            <a:pPr marL="227965" indent="-227965">
              <a:spcBef>
                <a:spcPts val="3000"/>
              </a:spcBef>
              <a:buSzPct val="100000"/>
              <a:buChar char="•"/>
              <a:defRPr sz="3200">
                <a:solidFill>
                  <a:srgbClr val="2D544A"/>
                </a:solidFill>
              </a:defRPr>
            </a:pPr>
            <a:r>
              <a:rPr lang="en-US" dirty="0">
                <a:latin typeface="Arial"/>
                <a:cs typeface="Arial"/>
              </a:rPr>
              <a:t> </a:t>
            </a:r>
            <a:r>
              <a:rPr dirty="0">
                <a:latin typeface="Arial"/>
                <a:cs typeface="Arial"/>
              </a:rPr>
              <a:t>The </a:t>
            </a:r>
            <a:r>
              <a:rPr lang="en-US" dirty="0">
                <a:latin typeface="Arial"/>
                <a:cs typeface="Arial"/>
              </a:rPr>
              <a:t>Teams usage </a:t>
            </a:r>
            <a:r>
              <a:rPr dirty="0">
                <a:latin typeface="Arial"/>
                <a:cs typeface="Arial"/>
              </a:rPr>
              <a:t>rules are in the syllabus.</a:t>
            </a:r>
            <a:r>
              <a:rPr lang="en-US" dirty="0">
                <a:latin typeface="Arial"/>
                <a:cs typeface="Arial"/>
              </a:rPr>
              <a:t> </a:t>
            </a:r>
            <a:endParaRPr dirty="0">
              <a:latin typeface="Arial" panose="020B0604020202020204" pitchFamily="34" charset="0"/>
              <a:cs typeface="Arial"/>
            </a:endParaRPr>
          </a:p>
        </p:txBody>
      </p:sp>
      <p:pic>
        <p:nvPicPr>
          <p:cNvPr id="4" name="Picture 3">
            <a:extLst>
              <a:ext uri="{FF2B5EF4-FFF2-40B4-BE49-F238E27FC236}">
                <a16:creationId xmlns:a16="http://schemas.microsoft.com/office/drawing/2014/main" id="{77D8785A-BF61-6FA3-8F35-88DD30D559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57371" y="194169"/>
            <a:ext cx="6424126" cy="3521576"/>
          </a:xfrm>
          <a:prstGeom prst="rect">
            <a:avLst/>
          </a:prstGeom>
        </p:spPr>
      </p:pic>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4" name="Rounded Rectangle"/>
          <p:cNvSpPr/>
          <p:nvPr/>
        </p:nvSpPr>
        <p:spPr>
          <a:xfrm>
            <a:off x="375869" y="3286621"/>
            <a:ext cx="12246965" cy="4013200"/>
          </a:xfrm>
          <a:prstGeom prst="roundRect">
            <a:avLst>
              <a:gd name="adj" fmla="val 15000"/>
            </a:avLst>
          </a:prstGeom>
          <a:solidFill>
            <a:srgbClr val="EBEBEB">
              <a:alpha val="37017"/>
            </a:srgbClr>
          </a:solidFill>
          <a:ln w="12700">
            <a:miter lim="400000"/>
          </a:ln>
        </p:spPr>
        <p:txBody>
          <a:bodyPr lIns="50800" tIns="50800" rIns="50800" bIns="50800" anchor="ctr"/>
          <a:lstStyle/>
          <a:p>
            <a:pPr>
              <a:defRPr sz="3600">
                <a:solidFill>
                  <a:srgbClr val="FFFFFF"/>
                </a:solidFill>
              </a:defRPr>
            </a:pPr>
            <a:endParaRPr>
              <a:latin typeface="Arial" panose="020B0604020202020204" pitchFamily="34" charset="0"/>
            </a:endParaRPr>
          </a:p>
        </p:txBody>
      </p:sp>
      <p:sp>
        <p:nvSpPr>
          <p:cNvPr id="215" name="CATME Survey"/>
          <p:cNvSpPr txBox="1">
            <a:spLocks noGrp="1"/>
          </p:cNvSpPr>
          <p:nvPr>
            <p:ph type="title"/>
          </p:nvPr>
        </p:nvSpPr>
        <p:spPr>
          <a:xfrm>
            <a:off x="924511" y="254000"/>
            <a:ext cx="11155778" cy="2438400"/>
          </a:xfrm>
          <a:prstGeom prst="rect">
            <a:avLst/>
          </a:prstGeom>
        </p:spPr>
        <p:txBody>
          <a:bodyPr>
            <a:normAutofit/>
          </a:bodyPr>
          <a:lstStyle/>
          <a:p>
            <a:r>
              <a:rPr sz="6600"/>
              <a:t>CATME Survey</a:t>
            </a:r>
          </a:p>
        </p:txBody>
      </p:sp>
      <p:sp>
        <p:nvSpPr>
          <p:cNvPr id="217" name="Slide Number"/>
          <p:cNvSpPr txBox="1">
            <a:spLocks noGrp="1"/>
          </p:cNvSpPr>
          <p:nvPr>
            <p:ph type="sldNum" sz="quarter" idx="2"/>
          </p:nvPr>
        </p:nvSpPr>
        <p:spPr>
          <a:xfrm>
            <a:off x="6323348" y="9271000"/>
            <a:ext cx="358104" cy="22860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23</a:t>
            </a:fld>
            <a:endParaRPr dirty="0"/>
          </a:p>
        </p:txBody>
      </p:sp>
      <p:sp>
        <p:nvSpPr>
          <p:cNvPr id="216" name="We’ll be using CATME as a means of forming productive groups for in-class assignments. You should have received an email about this. If you did not receive the email contact me.…"/>
          <p:cNvSpPr txBox="1"/>
          <p:nvPr/>
        </p:nvSpPr>
        <p:spPr>
          <a:xfrm>
            <a:off x="924511" y="3395266"/>
            <a:ext cx="11155779" cy="37959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nchor="ctr">
            <a:spAutoFit/>
          </a:bodyPr>
          <a:lstStyle/>
          <a:p>
            <a:pPr algn="l"/>
            <a:r>
              <a:rPr sz="4000" dirty="0">
                <a:latin typeface="Arial" panose="020B0604020202020204" pitchFamily="34" charset="0"/>
              </a:rPr>
              <a:t>We’ll be using CATME as a means of forming productive groups for in-class assignments. </a:t>
            </a:r>
            <a:endParaRPr lang="en-US" sz="4000" dirty="0">
              <a:latin typeface="Arial" panose="020B0604020202020204" pitchFamily="34" charset="0"/>
            </a:endParaRPr>
          </a:p>
          <a:p>
            <a:pPr algn="l"/>
            <a:endParaRPr lang="en-US" sz="4000" dirty="0">
              <a:latin typeface="Arial" panose="020B0604020202020204" pitchFamily="34" charset="0"/>
            </a:endParaRPr>
          </a:p>
          <a:p>
            <a:pPr algn="l"/>
            <a:r>
              <a:rPr sz="4000" dirty="0">
                <a:latin typeface="Arial" panose="020B0604020202020204" pitchFamily="34" charset="0"/>
              </a:rPr>
              <a:t>You </a:t>
            </a:r>
            <a:r>
              <a:rPr lang="en-US" sz="4000" dirty="0">
                <a:latin typeface="Arial" panose="020B0604020202020204" pitchFamily="34" charset="0"/>
              </a:rPr>
              <a:t>should have</a:t>
            </a:r>
            <a:r>
              <a:rPr sz="4000" dirty="0">
                <a:latin typeface="Arial" panose="020B0604020202020204" pitchFamily="34" charset="0"/>
              </a:rPr>
              <a:t> receive</a:t>
            </a:r>
            <a:r>
              <a:rPr lang="en-US" sz="4000" dirty="0">
                <a:latin typeface="Arial" panose="020B0604020202020204" pitchFamily="34" charset="0"/>
              </a:rPr>
              <a:t>d</a:t>
            </a:r>
            <a:r>
              <a:rPr sz="4000" dirty="0">
                <a:latin typeface="Arial" panose="020B0604020202020204" pitchFamily="34" charset="0"/>
              </a:rPr>
              <a:t> an email about this</a:t>
            </a:r>
            <a:r>
              <a:rPr lang="en-US" sz="4000" dirty="0">
                <a:latin typeface="Arial" panose="020B0604020202020204" pitchFamily="34" charset="0"/>
              </a:rPr>
              <a:t> and completed a survey.   </a:t>
            </a:r>
            <a:r>
              <a:rPr lang="en-US" sz="4000" dirty="0">
                <a:solidFill>
                  <a:srgbClr val="2C5449"/>
                </a:solidFill>
                <a:latin typeface="Arial" panose="020B0604020202020204" pitchFamily="34" charset="0"/>
              </a:rPr>
              <a:t>If not, please let me know.</a:t>
            </a: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 name="The Main Tool We Will Use: Python"/>
          <p:cNvSpPr txBox="1">
            <a:spLocks noGrp="1"/>
          </p:cNvSpPr>
          <p:nvPr>
            <p:ph type="title"/>
          </p:nvPr>
        </p:nvSpPr>
        <p:spPr>
          <a:xfrm>
            <a:off x="244792" y="532969"/>
            <a:ext cx="12515216" cy="1371056"/>
          </a:xfrm>
          <a:prstGeom prst="rect">
            <a:avLst/>
          </a:prstGeom>
        </p:spPr>
        <p:txBody>
          <a:bodyPr>
            <a:normAutofit fontScale="90000"/>
          </a:bodyPr>
          <a:lstStyle>
            <a:lvl1pPr defTabSz="508254">
              <a:defRPr sz="6960"/>
            </a:lvl1pPr>
          </a:lstStyle>
          <a:p>
            <a:r>
              <a:t>The Main Tool We Will Use: Python</a:t>
            </a:r>
          </a:p>
        </p:txBody>
      </p:sp>
      <p:sp>
        <p:nvSpPr>
          <p:cNvPr id="221"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24</a:t>
            </a:fld>
            <a:endParaRPr/>
          </a:p>
        </p:txBody>
      </p:sp>
      <p:sp>
        <p:nvSpPr>
          <p:cNvPr id="6" name="The syllabus is available in the D2L “Course Information” folder.…">
            <a:extLst>
              <a:ext uri="{FF2B5EF4-FFF2-40B4-BE49-F238E27FC236}">
                <a16:creationId xmlns:a16="http://schemas.microsoft.com/office/drawing/2014/main" id="{76855375-803E-7647-A5BF-A471DFE4E87C}"/>
              </a:ext>
            </a:extLst>
          </p:cNvPr>
          <p:cNvSpPr txBox="1">
            <a:spLocks/>
          </p:cNvSpPr>
          <p:nvPr/>
        </p:nvSpPr>
        <p:spPr>
          <a:xfrm>
            <a:off x="1012488" y="2365699"/>
            <a:ext cx="10979824" cy="5022202"/>
          </a:xfrm>
          <a:prstGeom prst="rect">
            <a:avLst/>
          </a:prstGeom>
        </p:spPr>
        <p:txBody>
          <a:bodyPr vert="horz" lIns="91440" tIns="45720" rIns="91440" bIns="45720" rtlCol="0">
            <a:normAutofit fontScale="92500" lnSpcReduction="20000"/>
          </a:bodyPr>
          <a:lstStyle>
            <a:lvl1pPr marL="243848" indent="-243848" algn="l" defTabSz="975390" rtl="0" eaLnBrk="1" latinLnBrk="0" hangingPunct="1">
              <a:lnSpc>
                <a:spcPct val="90000"/>
              </a:lnSpc>
              <a:spcBef>
                <a:spcPts val="1067"/>
              </a:spcBef>
              <a:buFont typeface="Arial" panose="020B0604020202020204" pitchFamily="34" charset="0"/>
              <a:buBlip>
                <a:blip r:embed="rId2"/>
              </a:buBlip>
              <a:defRPr sz="2987" kern="1200">
                <a:solidFill>
                  <a:srgbClr val="5E5E5E"/>
                </a:solidFill>
                <a:latin typeface="+mn-lt"/>
                <a:ea typeface="+mn-ea"/>
                <a:cs typeface="+mn-cs"/>
              </a:defRPr>
            </a:lvl1pPr>
            <a:lvl2pPr marL="731543" indent="-243848" algn="l" defTabSz="975390" rtl="0" eaLnBrk="1" latinLnBrk="0" hangingPunct="1">
              <a:lnSpc>
                <a:spcPct val="90000"/>
              </a:lnSpc>
              <a:spcBef>
                <a:spcPts val="533"/>
              </a:spcBef>
              <a:buFont typeface="Arial" panose="020B0604020202020204" pitchFamily="34" charset="0"/>
              <a:buBlip>
                <a:blip r:embed="rId2"/>
              </a:buBlip>
              <a:defRPr sz="2560" kern="1200">
                <a:solidFill>
                  <a:srgbClr val="5E5E5E"/>
                </a:solidFill>
                <a:latin typeface="+mn-lt"/>
                <a:ea typeface="+mn-ea"/>
                <a:cs typeface="+mn-cs"/>
              </a:defRPr>
            </a:lvl2pPr>
            <a:lvl3pPr marL="1219238" indent="-243848" algn="l" defTabSz="975390" rtl="0" eaLnBrk="1" latinLnBrk="0" hangingPunct="1">
              <a:lnSpc>
                <a:spcPct val="90000"/>
              </a:lnSpc>
              <a:spcBef>
                <a:spcPts val="533"/>
              </a:spcBef>
              <a:buFont typeface="Arial" panose="020B0604020202020204" pitchFamily="34" charset="0"/>
              <a:buBlip>
                <a:blip r:embed="rId2"/>
              </a:buBlip>
              <a:defRPr sz="2133" kern="1200">
                <a:solidFill>
                  <a:srgbClr val="5E5E5E"/>
                </a:solidFill>
                <a:latin typeface="+mn-lt"/>
                <a:ea typeface="+mn-ea"/>
                <a:cs typeface="+mn-cs"/>
              </a:defRPr>
            </a:lvl3pPr>
            <a:lvl4pPr marL="1706933" indent="-243848" algn="l" defTabSz="975390" rtl="0" eaLnBrk="1" latinLnBrk="0" hangingPunct="1">
              <a:lnSpc>
                <a:spcPct val="90000"/>
              </a:lnSpc>
              <a:spcBef>
                <a:spcPts val="533"/>
              </a:spcBef>
              <a:buFont typeface="Arial" panose="020B0604020202020204" pitchFamily="34" charset="0"/>
              <a:buBlip>
                <a:blip r:embed="rId2"/>
              </a:buBlip>
              <a:defRPr sz="1920" kern="1200">
                <a:solidFill>
                  <a:srgbClr val="5E5E5E"/>
                </a:solidFill>
                <a:latin typeface="+mn-lt"/>
                <a:ea typeface="+mn-ea"/>
                <a:cs typeface="+mn-cs"/>
              </a:defRPr>
            </a:lvl4pPr>
            <a:lvl5pPr marL="2194629" indent="-243848" algn="l" defTabSz="975390" rtl="0" eaLnBrk="1" latinLnBrk="0" hangingPunct="1">
              <a:lnSpc>
                <a:spcPct val="90000"/>
              </a:lnSpc>
              <a:spcBef>
                <a:spcPts val="533"/>
              </a:spcBef>
              <a:buFont typeface="Arial" panose="020B0604020202020204" pitchFamily="34" charset="0"/>
              <a:buBlip>
                <a:blip r:embed="rId2"/>
              </a:buBlip>
              <a:defRPr sz="1920" kern="1200">
                <a:solidFill>
                  <a:srgbClr val="5E5E5E"/>
                </a:solidFill>
                <a:latin typeface="+mn-lt"/>
                <a:ea typeface="+mn-ea"/>
                <a:cs typeface="+mn-cs"/>
              </a:defRPr>
            </a:lvl5pPr>
            <a:lvl6pPr marL="2682324"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6pPr>
            <a:lvl7pPr marL="3170019"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7pPr>
            <a:lvl8pPr marL="3657714"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8pPr>
            <a:lvl9pPr marL="4145410"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9pPr>
          </a:lstStyle>
          <a:p>
            <a:pPr marL="450850" indent="-450850" defTabSz="414781">
              <a:lnSpc>
                <a:spcPct val="110000"/>
              </a:lnSpc>
              <a:spcBef>
                <a:spcPts val="2900"/>
              </a:spcBef>
              <a:defRPr sz="3266"/>
            </a:pPr>
            <a:r>
              <a:rPr lang="en-US" sz="4000">
                <a:latin typeface="Arial" panose="020B0604020202020204" pitchFamily="34" charset="0"/>
              </a:rPr>
              <a:t>In this course, we will cover some aspects of Python.</a:t>
            </a:r>
          </a:p>
          <a:p>
            <a:pPr marL="450850" indent="-450850" defTabSz="414781">
              <a:lnSpc>
                <a:spcPct val="110000"/>
              </a:lnSpc>
              <a:spcBef>
                <a:spcPts val="2900"/>
              </a:spcBef>
              <a:defRPr sz="3266"/>
            </a:pPr>
            <a:r>
              <a:rPr lang="en-US" sz="4000">
                <a:latin typeface="Arial" panose="020B0604020202020204" pitchFamily="34" charset="0"/>
              </a:rPr>
              <a:t>If you want more advanced Python knowledge when this course is completed, please consider CMSE 202.</a:t>
            </a:r>
          </a:p>
          <a:p>
            <a:pPr marL="450850" indent="-450850" defTabSz="414781">
              <a:lnSpc>
                <a:spcPct val="110000"/>
              </a:lnSpc>
              <a:spcBef>
                <a:spcPts val="2900"/>
              </a:spcBef>
              <a:defRPr sz="3266"/>
            </a:pPr>
            <a:r>
              <a:rPr lang="en-US" sz="4000">
                <a:latin typeface="Arial" panose="020B0604020202020204" pitchFamily="34" charset="0"/>
              </a:rPr>
              <a:t>The environment we will work in is called a “</a:t>
            </a:r>
            <a:r>
              <a:rPr lang="en-US" sz="4000" err="1">
                <a:solidFill>
                  <a:srgbClr val="2D544A"/>
                </a:solidFill>
                <a:latin typeface="Arial" panose="020B0604020202020204" pitchFamily="34" charset="0"/>
              </a:rPr>
              <a:t>Jupyter</a:t>
            </a:r>
            <a:r>
              <a:rPr lang="en-US" sz="4000">
                <a:solidFill>
                  <a:srgbClr val="2D544A"/>
                </a:solidFill>
                <a:latin typeface="Arial" panose="020B0604020202020204" pitchFamily="34" charset="0"/>
              </a:rPr>
              <a:t> Notebook</a:t>
            </a:r>
            <a:r>
              <a:rPr lang="en-US" sz="4000">
                <a:latin typeface="Arial" panose="020B0604020202020204" pitchFamily="34" charset="0"/>
              </a:rPr>
              <a:t>”, and we will walk through one in-class today.</a:t>
            </a:r>
          </a:p>
          <a:p>
            <a:pPr marL="0" indent="0" defTabSz="414781">
              <a:lnSpc>
                <a:spcPct val="110000"/>
              </a:lnSpc>
              <a:spcBef>
                <a:spcPts val="2900"/>
              </a:spcBef>
              <a:buNone/>
              <a:defRPr sz="3266"/>
            </a:pPr>
            <a:endParaRPr lang="en-US" sz="4000">
              <a:latin typeface="Arial" panose="020B0604020202020204" pitchFamily="34" charset="0"/>
            </a:endParaRP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Getting Started"/>
          <p:cNvSpPr txBox="1">
            <a:spLocks noGrp="1"/>
          </p:cNvSpPr>
          <p:nvPr>
            <p:ph type="title"/>
          </p:nvPr>
        </p:nvSpPr>
        <p:spPr>
          <a:prstGeom prst="rect">
            <a:avLst/>
          </a:prstGeom>
        </p:spPr>
        <p:txBody>
          <a:bodyPr/>
          <a:lstStyle/>
          <a:p>
            <a:r>
              <a:t>Getting Started</a:t>
            </a:r>
          </a:p>
        </p:txBody>
      </p:sp>
      <p:sp>
        <p:nvSpPr>
          <p:cNvPr id="224" name="The syllabus is available in the D2L “Course Information” folder.…"/>
          <p:cNvSpPr txBox="1">
            <a:spLocks noGrp="1"/>
          </p:cNvSpPr>
          <p:nvPr>
            <p:ph type="body" idx="1"/>
          </p:nvPr>
        </p:nvSpPr>
        <p:spPr>
          <a:xfrm>
            <a:off x="1012488" y="2195943"/>
            <a:ext cx="10979824" cy="6627224"/>
          </a:xfrm>
          <a:prstGeom prst="rect">
            <a:avLst/>
          </a:prstGeom>
        </p:spPr>
        <p:txBody>
          <a:bodyPr vert="horz" lIns="91440" tIns="45720" rIns="91440" bIns="45720" rtlCol="0" anchor="t">
            <a:normAutofit fontScale="92500" lnSpcReduction="10000"/>
          </a:bodyPr>
          <a:lstStyle/>
          <a:p>
            <a:pPr marL="450850" indent="-450850" defTabSz="414781">
              <a:lnSpc>
                <a:spcPct val="110000"/>
              </a:lnSpc>
              <a:spcBef>
                <a:spcPts val="2900"/>
              </a:spcBef>
              <a:buBlip>
                <a:blip r:embed="rId2"/>
              </a:buBlip>
              <a:defRPr sz="3266"/>
            </a:pPr>
            <a:r>
              <a:rPr sz="4000" dirty="0">
                <a:latin typeface="Arial"/>
                <a:cs typeface="Arial"/>
              </a:rPr>
              <a:t>The syllabus is available </a:t>
            </a:r>
            <a:r>
              <a:rPr lang="en-US" sz="4000" dirty="0">
                <a:latin typeface="Arial"/>
                <a:cs typeface="Arial"/>
              </a:rPr>
              <a:t>on the </a:t>
            </a:r>
            <a:r>
              <a:rPr sz="4000" dirty="0">
                <a:latin typeface="Arial"/>
                <a:cs typeface="Arial"/>
              </a:rPr>
              <a:t>“Course Information” </a:t>
            </a:r>
            <a:r>
              <a:rPr lang="en-US" sz="4000" dirty="0">
                <a:latin typeface="Arial"/>
                <a:cs typeface="Arial"/>
              </a:rPr>
              <a:t>section of the course webpage</a:t>
            </a:r>
            <a:endParaRPr sz="4000" dirty="0">
              <a:latin typeface="Arial"/>
              <a:cs typeface="Arial"/>
            </a:endParaRPr>
          </a:p>
          <a:p>
            <a:pPr marL="450850" indent="-450850" defTabSz="414781">
              <a:lnSpc>
                <a:spcPct val="110000"/>
              </a:lnSpc>
              <a:spcBef>
                <a:spcPts val="2900"/>
              </a:spcBef>
              <a:buBlip>
                <a:blip r:embed="rId2"/>
              </a:buBlip>
              <a:defRPr sz="3266"/>
            </a:pPr>
            <a:r>
              <a:rPr sz="4000" dirty="0">
                <a:latin typeface="Arial"/>
                <a:cs typeface="Arial"/>
              </a:rPr>
              <a:t>You should have installed Anaconda on your laptops before coming to class today. You should also have received instructions for getting this set up via email. The “Software Setup Guide” is also available on </a:t>
            </a:r>
            <a:r>
              <a:rPr lang="en-US" sz="4000" dirty="0">
                <a:latin typeface="Arial"/>
                <a:cs typeface="Arial"/>
              </a:rPr>
              <a:t>the course webpage</a:t>
            </a:r>
          </a:p>
          <a:p>
            <a:pPr marL="450850" indent="-450850" defTabSz="414781">
              <a:lnSpc>
                <a:spcPct val="110000"/>
              </a:lnSpc>
              <a:spcBef>
                <a:spcPts val="2900"/>
              </a:spcBef>
              <a:defRPr sz="3266"/>
            </a:pPr>
            <a:r>
              <a:rPr lang="en-US" sz="4000" dirty="0">
                <a:latin typeface="Arial"/>
                <a:cs typeface="Arial"/>
              </a:rPr>
              <a:t>If you ever lose track of information for the course, you can also refer to the course website: </a:t>
            </a:r>
            <a:r>
              <a:rPr lang="en-US" sz="4000" dirty="0">
                <a:latin typeface="Arial"/>
                <a:cs typeface="Arial"/>
                <a:hlinkClick r:id="rId3"/>
              </a:rPr>
              <a:t>cmse.msu.edu/cmse201</a:t>
            </a:r>
          </a:p>
        </p:txBody>
      </p:sp>
      <p:sp>
        <p:nvSpPr>
          <p:cNvPr id="225"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25</a:t>
            </a:fld>
            <a:endParaRPr dirty="0"/>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BC978-3525-074D-B01F-86860173932A}"/>
              </a:ext>
            </a:extLst>
          </p:cNvPr>
          <p:cNvSpPr>
            <a:spLocks noGrp="1"/>
          </p:cNvSpPr>
          <p:nvPr>
            <p:ph type="title"/>
          </p:nvPr>
        </p:nvSpPr>
        <p:spPr/>
        <p:txBody>
          <a:bodyPr>
            <a:normAutofit fontScale="90000"/>
          </a:bodyPr>
          <a:lstStyle/>
          <a:p>
            <a:r>
              <a:rPr lang="en-US" dirty="0"/>
              <a:t>Zoom Guidelines (no longer relevant unless you plan to have a consistent remote option for students)</a:t>
            </a:r>
          </a:p>
        </p:txBody>
      </p:sp>
      <p:sp>
        <p:nvSpPr>
          <p:cNvPr id="3" name="Text Placeholder 2">
            <a:extLst>
              <a:ext uri="{FF2B5EF4-FFF2-40B4-BE49-F238E27FC236}">
                <a16:creationId xmlns:a16="http://schemas.microsoft.com/office/drawing/2014/main" id="{016200B9-5892-DB4F-A391-67C6F04DC5F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492110803"/>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Plan For Today"/>
          <p:cNvSpPr txBox="1">
            <a:spLocks noGrp="1"/>
          </p:cNvSpPr>
          <p:nvPr>
            <p:ph type="title"/>
          </p:nvPr>
        </p:nvSpPr>
        <p:spPr>
          <a:prstGeom prst="rect">
            <a:avLst/>
          </a:prstGeom>
        </p:spPr>
        <p:txBody>
          <a:bodyPr>
            <a:normAutofit/>
          </a:bodyPr>
          <a:lstStyle/>
          <a:p>
            <a:r>
              <a:rPr sz="7200"/>
              <a:t>Plan For Today</a:t>
            </a:r>
          </a:p>
        </p:txBody>
      </p:sp>
      <p:sp>
        <p:nvSpPr>
          <p:cNvPr id="229"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27</a:t>
            </a:fld>
            <a:endParaRPr/>
          </a:p>
        </p:txBody>
      </p:sp>
      <p:sp>
        <p:nvSpPr>
          <p:cNvPr id="228" name="Getting, using and submitting a Jupyter notebook.…"/>
          <p:cNvSpPr txBox="1"/>
          <p:nvPr/>
        </p:nvSpPr>
        <p:spPr>
          <a:xfrm>
            <a:off x="534241" y="1800753"/>
            <a:ext cx="12286209" cy="78431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nchor="ctr">
            <a:spAutoFit/>
          </a:bodyPr>
          <a:lstStyle/>
          <a:p>
            <a:pPr marL="706755" indent="-706755" algn="l">
              <a:spcBef>
                <a:spcPts val="700"/>
              </a:spcBef>
              <a:buSzPct val="100000"/>
              <a:buAutoNum type="arabicPeriod"/>
            </a:pPr>
            <a:r>
              <a:rPr lang="en-US" sz="3600" dirty="0">
                <a:latin typeface="Arial" panose="020B0604020202020204" pitchFamily="34" charset="0"/>
              </a:rPr>
              <a:t>Downloading</a:t>
            </a:r>
            <a:r>
              <a:rPr sz="3600" dirty="0">
                <a:latin typeface="Arial" panose="020B0604020202020204" pitchFamily="34" charset="0"/>
              </a:rPr>
              <a:t>, using and submitting a </a:t>
            </a:r>
            <a:r>
              <a:rPr sz="3600" dirty="0" err="1">
                <a:latin typeface="Arial" panose="020B0604020202020204" pitchFamily="34" charset="0"/>
              </a:rPr>
              <a:t>Jupyter</a:t>
            </a:r>
            <a:r>
              <a:rPr sz="3600" dirty="0">
                <a:latin typeface="Arial" panose="020B0604020202020204" pitchFamily="34" charset="0"/>
              </a:rPr>
              <a:t> notebook</a:t>
            </a:r>
            <a:endParaRPr lang="en-US" dirty="0"/>
          </a:p>
          <a:p>
            <a:pPr marL="1519555" lvl="1" indent="-706755" algn="l">
              <a:spcBef>
                <a:spcPts val="700"/>
              </a:spcBef>
              <a:buSzPct val="100000"/>
              <a:buAutoNum type="alphaLcPeriod"/>
            </a:pPr>
            <a:r>
              <a:rPr lang="en-US" sz="3600" dirty="0">
                <a:latin typeface="Arial" panose="020B0604020202020204" pitchFamily="34" charset="0"/>
              </a:rPr>
              <a:t>G</a:t>
            </a:r>
            <a:r>
              <a:rPr sz="3600" dirty="0">
                <a:latin typeface="Arial" panose="020B0604020202020204" pitchFamily="34" charset="0"/>
              </a:rPr>
              <a:t>o to </a:t>
            </a:r>
            <a:r>
              <a:rPr lang="en-US" sz="3600" dirty="0">
                <a:latin typeface="Arial" panose="020B0604020202020204" pitchFamily="34" charset="0"/>
              </a:rPr>
              <a:t>the Course Website</a:t>
            </a:r>
            <a:endParaRPr sz="3600" dirty="0">
              <a:latin typeface="Arial" panose="020B0604020202020204" pitchFamily="34" charset="0"/>
              <a:cs typeface="Arial" panose="020B0604020202020204" pitchFamily="34" charset="0"/>
            </a:endParaRPr>
          </a:p>
          <a:p>
            <a:pPr marL="1519555" lvl="1" indent="-706755" algn="l">
              <a:spcBef>
                <a:spcPts val="700"/>
              </a:spcBef>
              <a:buSzPct val="100000"/>
              <a:buAutoNum type="alphaLcPeriod"/>
            </a:pPr>
            <a:r>
              <a:rPr lang="en-US" sz="3600" dirty="0">
                <a:latin typeface="Arial" panose="020B0604020202020204" pitchFamily="34" charset="0"/>
              </a:rPr>
              <a:t>D</a:t>
            </a:r>
            <a:r>
              <a:rPr sz="3600" dirty="0">
                <a:latin typeface="Arial" panose="020B0604020202020204" pitchFamily="34" charset="0"/>
              </a:rPr>
              <a:t>ownload the </a:t>
            </a:r>
            <a:r>
              <a:rPr sz="3600" dirty="0" err="1">
                <a:latin typeface="Arial" panose="020B0604020202020204" pitchFamily="34" charset="0"/>
              </a:rPr>
              <a:t>Jupyter</a:t>
            </a:r>
            <a:r>
              <a:rPr sz="3600" dirty="0">
                <a:latin typeface="Arial" panose="020B0604020202020204" pitchFamily="34" charset="0"/>
              </a:rPr>
              <a:t> notebook</a:t>
            </a:r>
            <a:endParaRPr lang="en-US" sz="3600" dirty="0">
              <a:latin typeface="Arial" panose="020B0604020202020204" pitchFamily="34" charset="0"/>
              <a:cs typeface="Arial" panose="020B0604020202020204" pitchFamily="34" charset="0"/>
            </a:endParaRPr>
          </a:p>
          <a:p>
            <a:pPr marL="1519555" lvl="1" indent="-706755" algn="l">
              <a:spcBef>
                <a:spcPts val="700"/>
              </a:spcBef>
              <a:buSzPct val="100000"/>
              <a:buAutoNum type="alphaLcPeriod"/>
            </a:pPr>
            <a:r>
              <a:rPr sz="3600" dirty="0">
                <a:latin typeface="Arial" panose="020B0604020202020204" pitchFamily="34" charset="0"/>
              </a:rPr>
              <a:t>Read the notebook, answer everything in it, and submit the final notebook into the </a:t>
            </a:r>
            <a:r>
              <a:rPr lang="en-US" sz="3600" dirty="0">
                <a:latin typeface="Arial" panose="020B0604020202020204" pitchFamily="34" charset="0"/>
              </a:rPr>
              <a:t>submission folder on D2L</a:t>
            </a:r>
            <a:r>
              <a:rPr sz="3600" dirty="0">
                <a:latin typeface="Arial" panose="020B0604020202020204" pitchFamily="34" charset="0"/>
              </a:rPr>
              <a:t>.</a:t>
            </a:r>
            <a:endParaRPr lang="en-US" sz="3600" dirty="0">
              <a:latin typeface="Arial" panose="020B0604020202020204" pitchFamily="34" charset="0"/>
              <a:cs typeface="Arial" panose="020B0604020202020204" pitchFamily="34" charset="0"/>
            </a:endParaRPr>
          </a:p>
          <a:p>
            <a:pPr marL="812800" lvl="1" algn="l">
              <a:spcBef>
                <a:spcPts val="700"/>
              </a:spcBef>
              <a:buSzPct val="100000"/>
            </a:pPr>
            <a:r>
              <a:rPr lang="en-US" sz="3600" dirty="0">
                <a:latin typeface="Arial" panose="020B0604020202020204" pitchFamily="34" charset="0"/>
              </a:rPr>
              <a:t>- </a:t>
            </a:r>
            <a:r>
              <a:rPr lang="en-US" sz="3600" b="1" dirty="0">
                <a:latin typeface="Arial" panose="020B0604020202020204" pitchFamily="34" charset="0"/>
              </a:rPr>
              <a:t>NOTE:</a:t>
            </a:r>
            <a:r>
              <a:rPr lang="en-US" sz="3600" dirty="0">
                <a:latin typeface="Arial" panose="020B0604020202020204" pitchFamily="34" charset="0"/>
              </a:rPr>
              <a:t> See “Downloading and Uploading Notebooks” on the course website for step-by-step instructions</a:t>
            </a:r>
            <a:endParaRPr sz="3600" b="1" dirty="0">
              <a:latin typeface="Arial" panose="020B0604020202020204" pitchFamily="34" charset="0"/>
            </a:endParaRPr>
          </a:p>
          <a:p>
            <a:pPr marL="706755" indent="-706755" algn="l">
              <a:spcBef>
                <a:spcPts val="700"/>
              </a:spcBef>
              <a:buSzPct val="100000"/>
              <a:buAutoNum type="arabicPeriod"/>
            </a:pPr>
            <a:r>
              <a:rPr sz="3600" dirty="0">
                <a:latin typeface="Arial"/>
                <a:cs typeface="Arial"/>
              </a:rPr>
              <a:t>In-class activity: “Algorithms". Instructions are in the notebook.</a:t>
            </a:r>
            <a:r>
              <a:rPr lang="en-US" sz="3600" dirty="0">
                <a:latin typeface="Arial"/>
                <a:cs typeface="Arial"/>
              </a:rPr>
              <a:t> We will be dropping into breakout rooms or you can ask for help!</a:t>
            </a:r>
          </a:p>
          <a:p>
            <a:pPr marL="706755" indent="-706755">
              <a:spcBef>
                <a:spcPts val="700"/>
              </a:spcBef>
              <a:buSzPct val="100000"/>
              <a:buAutoNum type="arabicPeriod"/>
            </a:pPr>
            <a:r>
              <a:rPr lang="en-US" sz="3600" dirty="0">
                <a:latin typeface="Arial"/>
                <a:cs typeface="Arial"/>
              </a:rPr>
              <a:t>I have randomly created groups for today. We will establish more permanent groups in a week or so.</a:t>
            </a:r>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1" name="Image" descr="Image"/>
          <p:cNvPicPr>
            <a:picLocks noChangeAspect="1"/>
          </p:cNvPicPr>
          <p:nvPr/>
        </p:nvPicPr>
        <p:blipFill>
          <a:blip r:embed="rId2">
            <a:alphaModFix amt="25456"/>
          </a:blip>
          <a:stretch>
            <a:fillRect/>
          </a:stretch>
        </p:blipFill>
        <p:spPr>
          <a:xfrm>
            <a:off x="-1193634" y="-983510"/>
            <a:ext cx="16129849" cy="10753233"/>
          </a:xfrm>
          <a:prstGeom prst="rect">
            <a:avLst/>
          </a:prstGeom>
          <a:ln w="12700">
            <a:miter lim="400000"/>
          </a:ln>
        </p:spPr>
      </p:pic>
      <p:sp>
        <p:nvSpPr>
          <p:cNvPr id="232" name="It’s going to be a great semester!"/>
          <p:cNvSpPr txBox="1">
            <a:spLocks noGrp="1"/>
          </p:cNvSpPr>
          <p:nvPr>
            <p:ph type="title"/>
          </p:nvPr>
        </p:nvSpPr>
        <p:spPr>
          <a:xfrm>
            <a:off x="1117600" y="1803400"/>
            <a:ext cx="7294563" cy="4255116"/>
          </a:xfrm>
          <a:prstGeom prst="rect">
            <a:avLst/>
          </a:prstGeom>
          <a:effectLst>
            <a:outerShdw blurRad="190500" dist="8455" dir="5400000" rotWithShape="0">
              <a:srgbClr val="000000"/>
            </a:outerShdw>
          </a:effectLst>
        </p:spPr>
        <p:txBody>
          <a:bodyPr>
            <a:normAutofit fontScale="90000"/>
          </a:bodyPr>
          <a:lstStyle>
            <a:lvl1pPr defTabSz="327152">
              <a:defRPr sz="10080"/>
            </a:lvl1pPr>
          </a:lstStyle>
          <a:p>
            <a:r>
              <a:t>It’s going to be a great semester!</a:t>
            </a:r>
          </a:p>
        </p:txBody>
      </p:sp>
      <p:sp>
        <p:nvSpPr>
          <p:cNvPr id="234"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28</a:t>
            </a:fld>
            <a:endParaRPr/>
          </a:p>
        </p:txBody>
      </p:sp>
      <p:pic>
        <p:nvPicPr>
          <p:cNvPr id="233" name="Image" descr="Image"/>
          <p:cNvPicPr>
            <a:picLocks noChangeAspect="1"/>
          </p:cNvPicPr>
          <p:nvPr/>
        </p:nvPicPr>
        <p:blipFill>
          <a:blip r:embed="rId3"/>
          <a:srcRect l="24392" t="2025" r="23885" b="8080"/>
          <a:stretch>
            <a:fillRect/>
          </a:stretch>
        </p:blipFill>
        <p:spPr>
          <a:xfrm>
            <a:off x="8737990" y="250436"/>
            <a:ext cx="2834803" cy="8617867"/>
          </a:xfrm>
          <a:custGeom>
            <a:avLst/>
            <a:gdLst/>
            <a:ahLst/>
            <a:cxnLst>
              <a:cxn ang="0">
                <a:pos x="wd2" y="hd2"/>
              </a:cxn>
              <a:cxn ang="5400000">
                <a:pos x="wd2" y="hd2"/>
              </a:cxn>
              <a:cxn ang="10800000">
                <a:pos x="wd2" y="hd2"/>
              </a:cxn>
              <a:cxn ang="16200000">
                <a:pos x="wd2" y="hd2"/>
              </a:cxn>
            </a:cxnLst>
            <a:rect l="0" t="0" r="r" b="b"/>
            <a:pathLst>
              <a:path w="21427" h="21598" extrusionOk="0">
                <a:moveTo>
                  <a:pt x="12849" y="1"/>
                </a:moveTo>
                <a:cubicBezTo>
                  <a:pt x="12724" y="11"/>
                  <a:pt x="12585" y="73"/>
                  <a:pt x="12585" y="137"/>
                </a:cubicBezTo>
                <a:cubicBezTo>
                  <a:pt x="12585" y="209"/>
                  <a:pt x="12452" y="254"/>
                  <a:pt x="12279" y="287"/>
                </a:cubicBezTo>
                <a:cubicBezTo>
                  <a:pt x="12211" y="305"/>
                  <a:pt x="12128" y="316"/>
                  <a:pt x="12036" y="324"/>
                </a:cubicBezTo>
                <a:cubicBezTo>
                  <a:pt x="11934" y="334"/>
                  <a:pt x="11831" y="338"/>
                  <a:pt x="11724" y="335"/>
                </a:cubicBezTo>
                <a:cubicBezTo>
                  <a:pt x="11609" y="333"/>
                  <a:pt x="11510" y="322"/>
                  <a:pt x="11418" y="304"/>
                </a:cubicBezTo>
                <a:cubicBezTo>
                  <a:pt x="11359" y="296"/>
                  <a:pt x="11302" y="296"/>
                  <a:pt x="11244" y="286"/>
                </a:cubicBezTo>
                <a:cubicBezTo>
                  <a:pt x="11122" y="264"/>
                  <a:pt x="11065" y="256"/>
                  <a:pt x="11034" y="261"/>
                </a:cubicBezTo>
                <a:cubicBezTo>
                  <a:pt x="11032" y="261"/>
                  <a:pt x="11032" y="261"/>
                  <a:pt x="11031" y="261"/>
                </a:cubicBezTo>
                <a:cubicBezTo>
                  <a:pt x="11025" y="261"/>
                  <a:pt x="11016" y="262"/>
                  <a:pt x="11010" y="263"/>
                </a:cubicBezTo>
                <a:cubicBezTo>
                  <a:pt x="10987" y="272"/>
                  <a:pt x="11005" y="297"/>
                  <a:pt x="11052" y="346"/>
                </a:cubicBezTo>
                <a:cubicBezTo>
                  <a:pt x="11111" y="409"/>
                  <a:pt x="11324" y="523"/>
                  <a:pt x="11520" y="601"/>
                </a:cubicBezTo>
                <a:cubicBezTo>
                  <a:pt x="11624" y="642"/>
                  <a:pt x="11701" y="688"/>
                  <a:pt x="11751" y="729"/>
                </a:cubicBezTo>
                <a:cubicBezTo>
                  <a:pt x="11751" y="730"/>
                  <a:pt x="11750" y="731"/>
                  <a:pt x="11751" y="731"/>
                </a:cubicBezTo>
                <a:cubicBezTo>
                  <a:pt x="11838" y="757"/>
                  <a:pt x="11831" y="792"/>
                  <a:pt x="11790" y="830"/>
                </a:cubicBezTo>
                <a:cubicBezTo>
                  <a:pt x="11789" y="830"/>
                  <a:pt x="11790" y="831"/>
                  <a:pt x="11790" y="832"/>
                </a:cubicBezTo>
                <a:cubicBezTo>
                  <a:pt x="11540" y="1091"/>
                  <a:pt x="11530" y="1115"/>
                  <a:pt x="11751" y="1115"/>
                </a:cubicBezTo>
                <a:cubicBezTo>
                  <a:pt x="11876" y="1115"/>
                  <a:pt x="12022" y="1093"/>
                  <a:pt x="12072" y="1066"/>
                </a:cubicBezTo>
                <a:cubicBezTo>
                  <a:pt x="12148" y="1025"/>
                  <a:pt x="12295" y="1016"/>
                  <a:pt x="12465" y="1024"/>
                </a:cubicBezTo>
                <a:cubicBezTo>
                  <a:pt x="12483" y="1023"/>
                  <a:pt x="12508" y="1020"/>
                  <a:pt x="12525" y="1020"/>
                </a:cubicBezTo>
                <a:cubicBezTo>
                  <a:pt x="12541" y="1020"/>
                  <a:pt x="12566" y="1026"/>
                  <a:pt x="12585" y="1027"/>
                </a:cubicBezTo>
                <a:cubicBezTo>
                  <a:pt x="12682" y="1033"/>
                  <a:pt x="12794" y="1052"/>
                  <a:pt x="12915" y="1080"/>
                </a:cubicBezTo>
                <a:cubicBezTo>
                  <a:pt x="12918" y="1081"/>
                  <a:pt x="12920" y="1081"/>
                  <a:pt x="12924" y="1081"/>
                </a:cubicBezTo>
                <a:cubicBezTo>
                  <a:pt x="12933" y="1084"/>
                  <a:pt x="12941" y="1087"/>
                  <a:pt x="12951" y="1089"/>
                </a:cubicBezTo>
                <a:cubicBezTo>
                  <a:pt x="13025" y="1108"/>
                  <a:pt x="13091" y="1126"/>
                  <a:pt x="13158" y="1148"/>
                </a:cubicBezTo>
                <a:cubicBezTo>
                  <a:pt x="13204" y="1162"/>
                  <a:pt x="13254" y="1171"/>
                  <a:pt x="13299" y="1188"/>
                </a:cubicBezTo>
                <a:cubicBezTo>
                  <a:pt x="13512" y="1265"/>
                  <a:pt x="13684" y="1309"/>
                  <a:pt x="13794" y="1329"/>
                </a:cubicBezTo>
                <a:cubicBezTo>
                  <a:pt x="13834" y="1334"/>
                  <a:pt x="13861" y="1333"/>
                  <a:pt x="13893" y="1333"/>
                </a:cubicBezTo>
                <a:cubicBezTo>
                  <a:pt x="13908" y="1331"/>
                  <a:pt x="13923" y="1330"/>
                  <a:pt x="13938" y="1327"/>
                </a:cubicBezTo>
                <a:cubicBezTo>
                  <a:pt x="14048" y="1263"/>
                  <a:pt x="14038" y="1021"/>
                  <a:pt x="13890" y="991"/>
                </a:cubicBezTo>
                <a:cubicBezTo>
                  <a:pt x="13625" y="937"/>
                  <a:pt x="13767" y="825"/>
                  <a:pt x="14195" y="751"/>
                </a:cubicBezTo>
                <a:cubicBezTo>
                  <a:pt x="14311" y="731"/>
                  <a:pt x="14414" y="709"/>
                  <a:pt x="14492" y="689"/>
                </a:cubicBezTo>
                <a:cubicBezTo>
                  <a:pt x="14533" y="662"/>
                  <a:pt x="14588" y="633"/>
                  <a:pt x="14588" y="624"/>
                </a:cubicBezTo>
                <a:cubicBezTo>
                  <a:pt x="14545" y="606"/>
                  <a:pt x="14397" y="582"/>
                  <a:pt x="14186" y="554"/>
                </a:cubicBezTo>
                <a:cubicBezTo>
                  <a:pt x="14072" y="540"/>
                  <a:pt x="14046" y="534"/>
                  <a:pt x="13902" y="518"/>
                </a:cubicBezTo>
                <a:cubicBezTo>
                  <a:pt x="13882" y="516"/>
                  <a:pt x="13872" y="514"/>
                  <a:pt x="13857" y="512"/>
                </a:cubicBezTo>
                <a:cubicBezTo>
                  <a:pt x="13766" y="504"/>
                  <a:pt x="13715" y="497"/>
                  <a:pt x="13611" y="489"/>
                </a:cubicBezTo>
                <a:cubicBezTo>
                  <a:pt x="13427" y="474"/>
                  <a:pt x="13332" y="440"/>
                  <a:pt x="13266" y="387"/>
                </a:cubicBezTo>
                <a:cubicBezTo>
                  <a:pt x="13253" y="379"/>
                  <a:pt x="13237" y="372"/>
                  <a:pt x="13227" y="362"/>
                </a:cubicBezTo>
                <a:cubicBezTo>
                  <a:pt x="13195" y="331"/>
                  <a:pt x="13166" y="293"/>
                  <a:pt x="13140" y="241"/>
                </a:cubicBezTo>
                <a:cubicBezTo>
                  <a:pt x="13081" y="127"/>
                  <a:pt x="13003" y="24"/>
                  <a:pt x="12966" y="11"/>
                </a:cubicBezTo>
                <a:cubicBezTo>
                  <a:pt x="12934" y="1"/>
                  <a:pt x="12890" y="-2"/>
                  <a:pt x="12849" y="1"/>
                </a:cubicBezTo>
                <a:close/>
                <a:moveTo>
                  <a:pt x="18176" y="766"/>
                </a:moveTo>
                <a:lnTo>
                  <a:pt x="17906" y="873"/>
                </a:lnTo>
                <a:cubicBezTo>
                  <a:pt x="17707" y="951"/>
                  <a:pt x="17585" y="1040"/>
                  <a:pt x="17639" y="1068"/>
                </a:cubicBezTo>
                <a:cubicBezTo>
                  <a:pt x="17747" y="1126"/>
                  <a:pt x="17587" y="1271"/>
                  <a:pt x="17342" y="1378"/>
                </a:cubicBezTo>
                <a:cubicBezTo>
                  <a:pt x="17338" y="1381"/>
                  <a:pt x="17322" y="1384"/>
                  <a:pt x="17315" y="1387"/>
                </a:cubicBezTo>
                <a:cubicBezTo>
                  <a:pt x="17293" y="1401"/>
                  <a:pt x="17247" y="1410"/>
                  <a:pt x="17210" y="1423"/>
                </a:cubicBezTo>
                <a:cubicBezTo>
                  <a:pt x="17205" y="1424"/>
                  <a:pt x="17200" y="1426"/>
                  <a:pt x="17195" y="1428"/>
                </a:cubicBezTo>
                <a:cubicBezTo>
                  <a:pt x="17144" y="1445"/>
                  <a:pt x="17093" y="1465"/>
                  <a:pt x="17039" y="1476"/>
                </a:cubicBezTo>
                <a:cubicBezTo>
                  <a:pt x="16849" y="1518"/>
                  <a:pt x="16444" y="1553"/>
                  <a:pt x="16139" y="1554"/>
                </a:cubicBezTo>
                <a:cubicBezTo>
                  <a:pt x="15566" y="1555"/>
                  <a:pt x="15054" y="1650"/>
                  <a:pt x="15140" y="1731"/>
                </a:cubicBezTo>
                <a:cubicBezTo>
                  <a:pt x="15160" y="1739"/>
                  <a:pt x="15177" y="1746"/>
                  <a:pt x="15206" y="1754"/>
                </a:cubicBezTo>
                <a:cubicBezTo>
                  <a:pt x="15215" y="1756"/>
                  <a:pt x="15230" y="1758"/>
                  <a:pt x="15239" y="1760"/>
                </a:cubicBezTo>
                <a:cubicBezTo>
                  <a:pt x="15287" y="1770"/>
                  <a:pt x="15341" y="1780"/>
                  <a:pt x="15410" y="1790"/>
                </a:cubicBezTo>
                <a:cubicBezTo>
                  <a:pt x="15435" y="1792"/>
                  <a:pt x="15461" y="1796"/>
                  <a:pt x="15485" y="1797"/>
                </a:cubicBezTo>
                <a:cubicBezTo>
                  <a:pt x="15889" y="1799"/>
                  <a:pt x="16555" y="2011"/>
                  <a:pt x="16601" y="2153"/>
                </a:cubicBezTo>
                <a:cubicBezTo>
                  <a:pt x="16625" y="2225"/>
                  <a:pt x="16558" y="2364"/>
                  <a:pt x="16451" y="2463"/>
                </a:cubicBezTo>
                <a:cubicBezTo>
                  <a:pt x="16356" y="2552"/>
                  <a:pt x="16290" y="2647"/>
                  <a:pt x="16271" y="2702"/>
                </a:cubicBezTo>
                <a:cubicBezTo>
                  <a:pt x="16292" y="2748"/>
                  <a:pt x="16333" y="2779"/>
                  <a:pt x="16394" y="2794"/>
                </a:cubicBezTo>
                <a:cubicBezTo>
                  <a:pt x="16471" y="2781"/>
                  <a:pt x="16779" y="2703"/>
                  <a:pt x="17135" y="2610"/>
                </a:cubicBezTo>
                <a:cubicBezTo>
                  <a:pt x="17138" y="2609"/>
                  <a:pt x="17141" y="2610"/>
                  <a:pt x="17144" y="2609"/>
                </a:cubicBezTo>
                <a:cubicBezTo>
                  <a:pt x="17155" y="2606"/>
                  <a:pt x="17166" y="2604"/>
                  <a:pt x="17177" y="2601"/>
                </a:cubicBezTo>
                <a:cubicBezTo>
                  <a:pt x="17222" y="2590"/>
                  <a:pt x="17236" y="2588"/>
                  <a:pt x="17297" y="2571"/>
                </a:cubicBezTo>
                <a:cubicBezTo>
                  <a:pt x="17636" y="2481"/>
                  <a:pt x="17930" y="2416"/>
                  <a:pt x="18155" y="2374"/>
                </a:cubicBezTo>
                <a:cubicBezTo>
                  <a:pt x="18205" y="2363"/>
                  <a:pt x="18269" y="2351"/>
                  <a:pt x="18320" y="2347"/>
                </a:cubicBezTo>
                <a:cubicBezTo>
                  <a:pt x="18348" y="2343"/>
                  <a:pt x="18415" y="2329"/>
                  <a:pt x="18431" y="2329"/>
                </a:cubicBezTo>
                <a:cubicBezTo>
                  <a:pt x="18464" y="2329"/>
                  <a:pt x="18545" y="2340"/>
                  <a:pt x="18605" y="2347"/>
                </a:cubicBezTo>
                <a:cubicBezTo>
                  <a:pt x="18618" y="2348"/>
                  <a:pt x="18625" y="2346"/>
                  <a:pt x="18638" y="2347"/>
                </a:cubicBezTo>
                <a:cubicBezTo>
                  <a:pt x="18665" y="2349"/>
                  <a:pt x="18699" y="2355"/>
                  <a:pt x="18728" y="2359"/>
                </a:cubicBezTo>
                <a:cubicBezTo>
                  <a:pt x="18755" y="2362"/>
                  <a:pt x="18772" y="2365"/>
                  <a:pt x="18800" y="2369"/>
                </a:cubicBezTo>
                <a:cubicBezTo>
                  <a:pt x="18831" y="2374"/>
                  <a:pt x="18857" y="2382"/>
                  <a:pt x="18887" y="2386"/>
                </a:cubicBezTo>
                <a:cubicBezTo>
                  <a:pt x="18918" y="2391"/>
                  <a:pt x="18927" y="2388"/>
                  <a:pt x="18962" y="2393"/>
                </a:cubicBezTo>
                <a:cubicBezTo>
                  <a:pt x="19058" y="2409"/>
                  <a:pt x="19132" y="2425"/>
                  <a:pt x="19208" y="2442"/>
                </a:cubicBezTo>
                <a:cubicBezTo>
                  <a:pt x="19220" y="2444"/>
                  <a:pt x="19232" y="2446"/>
                  <a:pt x="19244" y="2448"/>
                </a:cubicBezTo>
                <a:cubicBezTo>
                  <a:pt x="19610" y="2523"/>
                  <a:pt x="19826" y="2556"/>
                  <a:pt x="19967" y="2559"/>
                </a:cubicBezTo>
                <a:cubicBezTo>
                  <a:pt x="19977" y="2559"/>
                  <a:pt x="19985" y="2557"/>
                  <a:pt x="19994" y="2556"/>
                </a:cubicBezTo>
                <a:cubicBezTo>
                  <a:pt x="20038" y="2552"/>
                  <a:pt x="20086" y="2549"/>
                  <a:pt x="20114" y="2537"/>
                </a:cubicBezTo>
                <a:cubicBezTo>
                  <a:pt x="20117" y="2535"/>
                  <a:pt x="20120" y="2533"/>
                  <a:pt x="20123" y="2531"/>
                </a:cubicBezTo>
                <a:cubicBezTo>
                  <a:pt x="20145" y="2519"/>
                  <a:pt x="20147" y="2499"/>
                  <a:pt x="20159" y="2483"/>
                </a:cubicBezTo>
                <a:cubicBezTo>
                  <a:pt x="20161" y="2451"/>
                  <a:pt x="20157" y="2416"/>
                  <a:pt x="20132" y="2365"/>
                </a:cubicBezTo>
                <a:cubicBezTo>
                  <a:pt x="20077" y="2251"/>
                  <a:pt x="19971" y="2138"/>
                  <a:pt x="19895" y="2113"/>
                </a:cubicBezTo>
                <a:cubicBezTo>
                  <a:pt x="19756" y="2067"/>
                  <a:pt x="19735" y="2012"/>
                  <a:pt x="19793" y="1948"/>
                </a:cubicBezTo>
                <a:lnTo>
                  <a:pt x="19715" y="1884"/>
                </a:lnTo>
                <a:lnTo>
                  <a:pt x="20042" y="1793"/>
                </a:lnTo>
                <a:cubicBezTo>
                  <a:pt x="20056" y="1788"/>
                  <a:pt x="20057" y="1785"/>
                  <a:pt x="20072" y="1781"/>
                </a:cubicBezTo>
                <a:cubicBezTo>
                  <a:pt x="20123" y="1765"/>
                  <a:pt x="20121" y="1768"/>
                  <a:pt x="20168" y="1754"/>
                </a:cubicBezTo>
                <a:cubicBezTo>
                  <a:pt x="20296" y="1708"/>
                  <a:pt x="20445" y="1659"/>
                  <a:pt x="20636" y="1604"/>
                </a:cubicBezTo>
                <a:cubicBezTo>
                  <a:pt x="21120" y="1464"/>
                  <a:pt x="21474" y="1326"/>
                  <a:pt x="21422" y="1298"/>
                </a:cubicBezTo>
                <a:cubicBezTo>
                  <a:pt x="21361" y="1266"/>
                  <a:pt x="21034" y="1261"/>
                  <a:pt x="20507" y="1283"/>
                </a:cubicBezTo>
                <a:cubicBezTo>
                  <a:pt x="20225" y="1295"/>
                  <a:pt x="20106" y="1296"/>
                  <a:pt x="19928" y="1301"/>
                </a:cubicBezTo>
                <a:cubicBezTo>
                  <a:pt x="19856" y="1307"/>
                  <a:pt x="19846" y="1305"/>
                  <a:pt x="19766" y="1312"/>
                </a:cubicBezTo>
                <a:cubicBezTo>
                  <a:pt x="19478" y="1336"/>
                  <a:pt x="19301" y="1337"/>
                  <a:pt x="19145" y="1304"/>
                </a:cubicBezTo>
                <a:cubicBezTo>
                  <a:pt x="19137" y="1303"/>
                  <a:pt x="19125" y="1304"/>
                  <a:pt x="19118" y="1303"/>
                </a:cubicBezTo>
                <a:cubicBezTo>
                  <a:pt x="19110" y="1302"/>
                  <a:pt x="19082" y="1303"/>
                  <a:pt x="19076" y="1301"/>
                </a:cubicBezTo>
                <a:cubicBezTo>
                  <a:pt x="19068" y="1299"/>
                  <a:pt x="19044" y="1278"/>
                  <a:pt x="19034" y="1274"/>
                </a:cubicBezTo>
                <a:cubicBezTo>
                  <a:pt x="18966" y="1255"/>
                  <a:pt x="18911" y="1227"/>
                  <a:pt x="18851" y="1191"/>
                </a:cubicBezTo>
                <a:cubicBezTo>
                  <a:pt x="18786" y="1152"/>
                  <a:pt x="18717" y="1102"/>
                  <a:pt x="18632" y="1032"/>
                </a:cubicBezTo>
                <a:lnTo>
                  <a:pt x="18599" y="1006"/>
                </a:lnTo>
                <a:cubicBezTo>
                  <a:pt x="18593" y="1000"/>
                  <a:pt x="18594" y="997"/>
                  <a:pt x="18587" y="992"/>
                </a:cubicBezTo>
                <a:cubicBezTo>
                  <a:pt x="18586" y="991"/>
                  <a:pt x="18582" y="992"/>
                  <a:pt x="18581" y="991"/>
                </a:cubicBezTo>
                <a:cubicBezTo>
                  <a:pt x="18445" y="880"/>
                  <a:pt x="18372" y="832"/>
                  <a:pt x="18302" y="801"/>
                </a:cubicBezTo>
                <a:cubicBezTo>
                  <a:pt x="18259" y="781"/>
                  <a:pt x="18222" y="764"/>
                  <a:pt x="18179" y="766"/>
                </a:cubicBezTo>
                <a:cubicBezTo>
                  <a:pt x="18178" y="766"/>
                  <a:pt x="18178" y="766"/>
                  <a:pt x="18176" y="766"/>
                </a:cubicBezTo>
                <a:close/>
                <a:moveTo>
                  <a:pt x="9642" y="1902"/>
                </a:moveTo>
                <a:cubicBezTo>
                  <a:pt x="9477" y="1891"/>
                  <a:pt x="9316" y="1967"/>
                  <a:pt x="9093" y="2160"/>
                </a:cubicBezTo>
                <a:cubicBezTo>
                  <a:pt x="8919" y="2310"/>
                  <a:pt x="8778" y="2464"/>
                  <a:pt x="8778" y="2500"/>
                </a:cubicBezTo>
                <a:cubicBezTo>
                  <a:pt x="8778" y="2500"/>
                  <a:pt x="8775" y="2504"/>
                  <a:pt x="8775" y="2505"/>
                </a:cubicBezTo>
                <a:cubicBezTo>
                  <a:pt x="8774" y="2511"/>
                  <a:pt x="8768" y="2516"/>
                  <a:pt x="8766" y="2523"/>
                </a:cubicBezTo>
                <a:cubicBezTo>
                  <a:pt x="8758" y="2548"/>
                  <a:pt x="8746" y="2572"/>
                  <a:pt x="8724" y="2592"/>
                </a:cubicBezTo>
                <a:cubicBezTo>
                  <a:pt x="8697" y="2618"/>
                  <a:pt x="8662" y="2637"/>
                  <a:pt x="8622" y="2645"/>
                </a:cubicBezTo>
                <a:cubicBezTo>
                  <a:pt x="8592" y="2651"/>
                  <a:pt x="8559" y="2680"/>
                  <a:pt x="8523" y="2696"/>
                </a:cubicBezTo>
                <a:cubicBezTo>
                  <a:pt x="8522" y="2696"/>
                  <a:pt x="8518" y="2696"/>
                  <a:pt x="8517" y="2697"/>
                </a:cubicBezTo>
                <a:cubicBezTo>
                  <a:pt x="8490" y="2714"/>
                  <a:pt x="8495" y="2724"/>
                  <a:pt x="8463" y="2742"/>
                </a:cubicBezTo>
                <a:cubicBezTo>
                  <a:pt x="8329" y="2818"/>
                  <a:pt x="8244" y="2858"/>
                  <a:pt x="8139" y="2881"/>
                </a:cubicBezTo>
                <a:cubicBezTo>
                  <a:pt x="8137" y="2881"/>
                  <a:pt x="8135" y="2881"/>
                  <a:pt x="8133" y="2882"/>
                </a:cubicBezTo>
                <a:cubicBezTo>
                  <a:pt x="8007" y="2908"/>
                  <a:pt x="7852" y="2907"/>
                  <a:pt x="7548" y="2896"/>
                </a:cubicBezTo>
                <a:cubicBezTo>
                  <a:pt x="6632" y="2860"/>
                  <a:pt x="5993" y="2816"/>
                  <a:pt x="5223" y="2734"/>
                </a:cubicBezTo>
                <a:cubicBezTo>
                  <a:pt x="4973" y="2707"/>
                  <a:pt x="4803" y="2701"/>
                  <a:pt x="4635" y="2696"/>
                </a:cubicBezTo>
                <a:cubicBezTo>
                  <a:pt x="4302" y="2706"/>
                  <a:pt x="4142" y="2744"/>
                  <a:pt x="4155" y="2811"/>
                </a:cubicBezTo>
                <a:cubicBezTo>
                  <a:pt x="4156" y="2813"/>
                  <a:pt x="4163" y="2818"/>
                  <a:pt x="4164" y="2820"/>
                </a:cubicBezTo>
                <a:cubicBezTo>
                  <a:pt x="4178" y="2843"/>
                  <a:pt x="4202" y="2868"/>
                  <a:pt x="4260" y="2902"/>
                </a:cubicBezTo>
                <a:cubicBezTo>
                  <a:pt x="4370" y="2963"/>
                  <a:pt x="4527" y="3034"/>
                  <a:pt x="4767" y="3117"/>
                </a:cubicBezTo>
                <a:cubicBezTo>
                  <a:pt x="5109" y="3236"/>
                  <a:pt x="5385" y="3320"/>
                  <a:pt x="5457" y="3332"/>
                </a:cubicBezTo>
                <a:cubicBezTo>
                  <a:pt x="5501" y="3341"/>
                  <a:pt x="5559" y="3360"/>
                  <a:pt x="5595" y="3364"/>
                </a:cubicBezTo>
                <a:cubicBezTo>
                  <a:pt x="5694" y="3375"/>
                  <a:pt x="5762" y="3401"/>
                  <a:pt x="5805" y="3428"/>
                </a:cubicBezTo>
                <a:cubicBezTo>
                  <a:pt x="5924" y="3463"/>
                  <a:pt x="6035" y="3504"/>
                  <a:pt x="6138" y="3552"/>
                </a:cubicBezTo>
                <a:cubicBezTo>
                  <a:pt x="6147" y="3553"/>
                  <a:pt x="6153" y="3556"/>
                  <a:pt x="6162" y="3557"/>
                </a:cubicBezTo>
                <a:cubicBezTo>
                  <a:pt x="6370" y="3575"/>
                  <a:pt x="6446" y="3610"/>
                  <a:pt x="6387" y="3661"/>
                </a:cubicBezTo>
                <a:cubicBezTo>
                  <a:pt x="6386" y="3661"/>
                  <a:pt x="6388" y="3663"/>
                  <a:pt x="6387" y="3664"/>
                </a:cubicBezTo>
                <a:cubicBezTo>
                  <a:pt x="6399" y="3670"/>
                  <a:pt x="6435" y="3683"/>
                  <a:pt x="6435" y="3686"/>
                </a:cubicBezTo>
                <a:cubicBezTo>
                  <a:pt x="6435" y="3717"/>
                  <a:pt x="6492" y="3730"/>
                  <a:pt x="6564" y="3715"/>
                </a:cubicBezTo>
                <a:cubicBezTo>
                  <a:pt x="6587" y="3711"/>
                  <a:pt x="6616" y="3720"/>
                  <a:pt x="6642" y="3721"/>
                </a:cubicBezTo>
                <a:cubicBezTo>
                  <a:pt x="6674" y="3719"/>
                  <a:pt x="6716" y="3719"/>
                  <a:pt x="6744" y="3727"/>
                </a:cubicBezTo>
                <a:cubicBezTo>
                  <a:pt x="6949" y="3779"/>
                  <a:pt x="7154" y="3942"/>
                  <a:pt x="7041" y="4016"/>
                </a:cubicBezTo>
                <a:cubicBezTo>
                  <a:pt x="6947" y="4077"/>
                  <a:pt x="6904" y="4126"/>
                  <a:pt x="6831" y="4182"/>
                </a:cubicBezTo>
                <a:cubicBezTo>
                  <a:pt x="6792" y="4226"/>
                  <a:pt x="6741" y="4261"/>
                  <a:pt x="6687" y="4290"/>
                </a:cubicBezTo>
                <a:cubicBezTo>
                  <a:pt x="6538" y="4423"/>
                  <a:pt x="6435" y="4540"/>
                  <a:pt x="6435" y="4626"/>
                </a:cubicBezTo>
                <a:cubicBezTo>
                  <a:pt x="6435" y="4714"/>
                  <a:pt x="6340" y="4828"/>
                  <a:pt x="6222" y="4880"/>
                </a:cubicBezTo>
                <a:cubicBezTo>
                  <a:pt x="6052" y="4954"/>
                  <a:pt x="5981" y="5008"/>
                  <a:pt x="6006" y="5040"/>
                </a:cubicBezTo>
                <a:cubicBezTo>
                  <a:pt x="6008" y="5042"/>
                  <a:pt x="6010" y="5043"/>
                  <a:pt x="6012" y="5045"/>
                </a:cubicBezTo>
                <a:cubicBezTo>
                  <a:pt x="6046" y="5075"/>
                  <a:pt x="6174" y="5083"/>
                  <a:pt x="6399" y="5065"/>
                </a:cubicBezTo>
                <a:cubicBezTo>
                  <a:pt x="6621" y="5047"/>
                  <a:pt x="6857" y="5003"/>
                  <a:pt x="6921" y="4967"/>
                </a:cubicBezTo>
                <a:cubicBezTo>
                  <a:pt x="6986" y="4930"/>
                  <a:pt x="7133" y="4901"/>
                  <a:pt x="7254" y="4901"/>
                </a:cubicBezTo>
                <a:cubicBezTo>
                  <a:pt x="7376" y="4901"/>
                  <a:pt x="7760" y="4849"/>
                  <a:pt x="8103" y="4785"/>
                </a:cubicBezTo>
                <a:cubicBezTo>
                  <a:pt x="8663" y="4682"/>
                  <a:pt x="8985" y="4629"/>
                  <a:pt x="9306" y="4640"/>
                </a:cubicBezTo>
                <a:lnTo>
                  <a:pt x="9474" y="4617"/>
                </a:lnTo>
                <a:lnTo>
                  <a:pt x="9657" y="4678"/>
                </a:lnTo>
                <a:cubicBezTo>
                  <a:pt x="9985" y="4738"/>
                  <a:pt x="10382" y="4864"/>
                  <a:pt x="11052" y="5082"/>
                </a:cubicBezTo>
                <a:cubicBezTo>
                  <a:pt x="12190" y="5452"/>
                  <a:pt x="12568" y="5548"/>
                  <a:pt x="12768" y="5519"/>
                </a:cubicBezTo>
                <a:cubicBezTo>
                  <a:pt x="13076" y="5473"/>
                  <a:pt x="13079" y="5462"/>
                  <a:pt x="12822" y="5178"/>
                </a:cubicBezTo>
                <a:cubicBezTo>
                  <a:pt x="12710" y="5055"/>
                  <a:pt x="12654" y="4944"/>
                  <a:pt x="12699" y="4929"/>
                </a:cubicBezTo>
                <a:cubicBezTo>
                  <a:pt x="12743" y="4914"/>
                  <a:pt x="12707" y="4851"/>
                  <a:pt x="12621" y="4791"/>
                </a:cubicBezTo>
                <a:cubicBezTo>
                  <a:pt x="12461" y="4681"/>
                  <a:pt x="12365" y="4584"/>
                  <a:pt x="12279" y="4476"/>
                </a:cubicBezTo>
                <a:cubicBezTo>
                  <a:pt x="12276" y="4473"/>
                  <a:pt x="12273" y="4470"/>
                  <a:pt x="12270" y="4467"/>
                </a:cubicBezTo>
                <a:cubicBezTo>
                  <a:pt x="12208" y="4403"/>
                  <a:pt x="12170" y="4348"/>
                  <a:pt x="12147" y="4300"/>
                </a:cubicBezTo>
                <a:cubicBezTo>
                  <a:pt x="12143" y="4291"/>
                  <a:pt x="12125" y="4278"/>
                  <a:pt x="12123" y="4270"/>
                </a:cubicBezTo>
                <a:cubicBezTo>
                  <a:pt x="12123" y="4270"/>
                  <a:pt x="12123" y="4269"/>
                  <a:pt x="12123" y="4268"/>
                </a:cubicBezTo>
                <a:cubicBezTo>
                  <a:pt x="12120" y="4259"/>
                  <a:pt x="12119" y="4254"/>
                  <a:pt x="12117" y="4245"/>
                </a:cubicBezTo>
                <a:cubicBezTo>
                  <a:pt x="12112" y="4236"/>
                  <a:pt x="12120" y="4231"/>
                  <a:pt x="12117" y="4223"/>
                </a:cubicBezTo>
                <a:cubicBezTo>
                  <a:pt x="12114" y="4204"/>
                  <a:pt x="12112" y="4184"/>
                  <a:pt x="12117" y="4170"/>
                </a:cubicBezTo>
                <a:cubicBezTo>
                  <a:pt x="12122" y="4153"/>
                  <a:pt x="12137" y="4134"/>
                  <a:pt x="12159" y="4121"/>
                </a:cubicBezTo>
                <a:cubicBezTo>
                  <a:pt x="12188" y="4101"/>
                  <a:pt x="12229" y="4085"/>
                  <a:pt x="12300" y="4068"/>
                </a:cubicBezTo>
                <a:cubicBezTo>
                  <a:pt x="12301" y="4068"/>
                  <a:pt x="12304" y="4067"/>
                  <a:pt x="12306" y="4066"/>
                </a:cubicBezTo>
                <a:cubicBezTo>
                  <a:pt x="12311" y="4065"/>
                  <a:pt x="12324" y="4064"/>
                  <a:pt x="12330" y="4062"/>
                </a:cubicBezTo>
                <a:cubicBezTo>
                  <a:pt x="12333" y="4062"/>
                  <a:pt x="12336" y="4061"/>
                  <a:pt x="12339" y="4060"/>
                </a:cubicBezTo>
                <a:cubicBezTo>
                  <a:pt x="12382" y="4052"/>
                  <a:pt x="12415" y="4044"/>
                  <a:pt x="12474" y="4034"/>
                </a:cubicBezTo>
                <a:cubicBezTo>
                  <a:pt x="12718" y="3990"/>
                  <a:pt x="13025" y="3916"/>
                  <a:pt x="13152" y="3869"/>
                </a:cubicBezTo>
                <a:cubicBezTo>
                  <a:pt x="13278" y="3823"/>
                  <a:pt x="13458" y="3785"/>
                  <a:pt x="13554" y="3785"/>
                </a:cubicBezTo>
                <a:cubicBezTo>
                  <a:pt x="13832" y="3785"/>
                  <a:pt x="14925" y="3531"/>
                  <a:pt x="14840" y="3485"/>
                </a:cubicBezTo>
                <a:cubicBezTo>
                  <a:pt x="14798" y="3463"/>
                  <a:pt x="14531" y="3445"/>
                  <a:pt x="14246" y="3445"/>
                </a:cubicBezTo>
                <a:cubicBezTo>
                  <a:pt x="13962" y="3445"/>
                  <a:pt x="13554" y="3415"/>
                  <a:pt x="13341" y="3378"/>
                </a:cubicBezTo>
                <a:cubicBezTo>
                  <a:pt x="13127" y="3341"/>
                  <a:pt x="12491" y="3270"/>
                  <a:pt x="11931" y="3220"/>
                </a:cubicBezTo>
                <a:lnTo>
                  <a:pt x="10914" y="3129"/>
                </a:lnTo>
                <a:lnTo>
                  <a:pt x="10737" y="2863"/>
                </a:lnTo>
                <a:cubicBezTo>
                  <a:pt x="10427" y="2390"/>
                  <a:pt x="9889" y="1918"/>
                  <a:pt x="9642" y="1902"/>
                </a:cubicBezTo>
                <a:close/>
                <a:moveTo>
                  <a:pt x="12426" y="6570"/>
                </a:moveTo>
                <a:cubicBezTo>
                  <a:pt x="12368" y="6577"/>
                  <a:pt x="12302" y="6596"/>
                  <a:pt x="12234" y="6628"/>
                </a:cubicBezTo>
                <a:cubicBezTo>
                  <a:pt x="12103" y="6687"/>
                  <a:pt x="12012" y="6695"/>
                  <a:pt x="11940" y="6656"/>
                </a:cubicBezTo>
                <a:cubicBezTo>
                  <a:pt x="11780" y="6571"/>
                  <a:pt x="11650" y="6585"/>
                  <a:pt x="11592" y="6681"/>
                </a:cubicBezTo>
                <a:cubicBezTo>
                  <a:pt x="11589" y="6685"/>
                  <a:pt x="11591" y="6690"/>
                  <a:pt x="11589" y="6694"/>
                </a:cubicBezTo>
                <a:cubicBezTo>
                  <a:pt x="11572" y="6727"/>
                  <a:pt x="11559" y="6767"/>
                  <a:pt x="11559" y="6816"/>
                </a:cubicBezTo>
                <a:cubicBezTo>
                  <a:pt x="11559" y="7093"/>
                  <a:pt x="11322" y="7139"/>
                  <a:pt x="11043" y="6918"/>
                </a:cubicBezTo>
                <a:cubicBezTo>
                  <a:pt x="10942" y="6838"/>
                  <a:pt x="10813" y="6782"/>
                  <a:pt x="10722" y="6762"/>
                </a:cubicBezTo>
                <a:cubicBezTo>
                  <a:pt x="10641" y="6777"/>
                  <a:pt x="10638" y="6829"/>
                  <a:pt x="10683" y="6905"/>
                </a:cubicBezTo>
                <a:cubicBezTo>
                  <a:pt x="10737" y="6964"/>
                  <a:pt x="10789" y="7022"/>
                  <a:pt x="10920" y="7128"/>
                </a:cubicBezTo>
                <a:cubicBezTo>
                  <a:pt x="10952" y="7154"/>
                  <a:pt x="10960" y="7179"/>
                  <a:pt x="10980" y="7205"/>
                </a:cubicBezTo>
                <a:cubicBezTo>
                  <a:pt x="11027" y="7255"/>
                  <a:pt x="11052" y="7293"/>
                  <a:pt x="11076" y="7334"/>
                </a:cubicBezTo>
                <a:cubicBezTo>
                  <a:pt x="11158" y="7413"/>
                  <a:pt x="11250" y="7503"/>
                  <a:pt x="11295" y="7547"/>
                </a:cubicBezTo>
                <a:cubicBezTo>
                  <a:pt x="11298" y="7550"/>
                  <a:pt x="11301" y="7577"/>
                  <a:pt x="11304" y="7581"/>
                </a:cubicBezTo>
                <a:cubicBezTo>
                  <a:pt x="11314" y="7587"/>
                  <a:pt x="11320" y="7594"/>
                  <a:pt x="11331" y="7599"/>
                </a:cubicBezTo>
                <a:cubicBezTo>
                  <a:pt x="11375" y="7620"/>
                  <a:pt x="11414" y="7655"/>
                  <a:pt x="11442" y="7706"/>
                </a:cubicBezTo>
                <a:cubicBezTo>
                  <a:pt x="11442" y="7706"/>
                  <a:pt x="11441" y="7706"/>
                  <a:pt x="11442" y="7707"/>
                </a:cubicBezTo>
                <a:cubicBezTo>
                  <a:pt x="11475" y="7745"/>
                  <a:pt x="11485" y="7816"/>
                  <a:pt x="11493" y="7885"/>
                </a:cubicBezTo>
                <a:cubicBezTo>
                  <a:pt x="11526" y="8061"/>
                  <a:pt x="11539" y="8333"/>
                  <a:pt x="11538" y="8772"/>
                </a:cubicBezTo>
                <a:cubicBezTo>
                  <a:pt x="11537" y="9053"/>
                  <a:pt x="11556" y="9306"/>
                  <a:pt x="11580" y="9529"/>
                </a:cubicBezTo>
                <a:cubicBezTo>
                  <a:pt x="11614" y="9686"/>
                  <a:pt x="11634" y="9802"/>
                  <a:pt x="11655" y="9914"/>
                </a:cubicBezTo>
                <a:cubicBezTo>
                  <a:pt x="11673" y="9978"/>
                  <a:pt x="11685" y="10086"/>
                  <a:pt x="11706" y="10119"/>
                </a:cubicBezTo>
                <a:cubicBezTo>
                  <a:pt x="11910" y="10444"/>
                  <a:pt x="11815" y="10558"/>
                  <a:pt x="11007" y="10954"/>
                </a:cubicBezTo>
                <a:cubicBezTo>
                  <a:pt x="10691" y="11109"/>
                  <a:pt x="10303" y="11333"/>
                  <a:pt x="10143" y="11454"/>
                </a:cubicBezTo>
                <a:cubicBezTo>
                  <a:pt x="9983" y="11574"/>
                  <a:pt x="9756" y="11697"/>
                  <a:pt x="9642" y="11728"/>
                </a:cubicBezTo>
                <a:cubicBezTo>
                  <a:pt x="9528" y="11759"/>
                  <a:pt x="8712" y="11818"/>
                  <a:pt x="7824" y="11858"/>
                </a:cubicBezTo>
                <a:cubicBezTo>
                  <a:pt x="5967" y="11944"/>
                  <a:pt x="5482" y="11998"/>
                  <a:pt x="5436" y="12115"/>
                </a:cubicBezTo>
                <a:cubicBezTo>
                  <a:pt x="5439" y="12125"/>
                  <a:pt x="5435" y="12135"/>
                  <a:pt x="5439" y="12147"/>
                </a:cubicBezTo>
                <a:cubicBezTo>
                  <a:pt x="5462" y="12198"/>
                  <a:pt x="5554" y="12298"/>
                  <a:pt x="5691" y="12436"/>
                </a:cubicBezTo>
                <a:cubicBezTo>
                  <a:pt x="5785" y="12524"/>
                  <a:pt x="5877" y="12616"/>
                  <a:pt x="5997" y="12716"/>
                </a:cubicBezTo>
                <a:cubicBezTo>
                  <a:pt x="6319" y="12984"/>
                  <a:pt x="6582" y="13249"/>
                  <a:pt x="6582" y="13306"/>
                </a:cubicBezTo>
                <a:cubicBezTo>
                  <a:pt x="6582" y="13362"/>
                  <a:pt x="6316" y="13505"/>
                  <a:pt x="5988" y="13623"/>
                </a:cubicBezTo>
                <a:cubicBezTo>
                  <a:pt x="5786" y="13696"/>
                  <a:pt x="5614" y="13772"/>
                  <a:pt x="5463" y="13850"/>
                </a:cubicBezTo>
                <a:cubicBezTo>
                  <a:pt x="5457" y="13853"/>
                  <a:pt x="5445" y="13856"/>
                  <a:pt x="5439" y="13860"/>
                </a:cubicBezTo>
                <a:cubicBezTo>
                  <a:pt x="5425" y="13867"/>
                  <a:pt x="5411" y="13874"/>
                  <a:pt x="5397" y="13882"/>
                </a:cubicBezTo>
                <a:cubicBezTo>
                  <a:pt x="4925" y="14135"/>
                  <a:pt x="4756" y="14385"/>
                  <a:pt x="5055" y="14484"/>
                </a:cubicBezTo>
                <a:cubicBezTo>
                  <a:pt x="5127" y="14508"/>
                  <a:pt x="5196" y="14522"/>
                  <a:pt x="5262" y="14534"/>
                </a:cubicBezTo>
                <a:cubicBezTo>
                  <a:pt x="5264" y="14534"/>
                  <a:pt x="5263" y="14536"/>
                  <a:pt x="5265" y="14536"/>
                </a:cubicBezTo>
                <a:cubicBezTo>
                  <a:pt x="5317" y="14544"/>
                  <a:pt x="5367" y="14546"/>
                  <a:pt x="5415" y="14548"/>
                </a:cubicBezTo>
                <a:cubicBezTo>
                  <a:pt x="5443" y="14550"/>
                  <a:pt x="5472" y="14552"/>
                  <a:pt x="5499" y="14551"/>
                </a:cubicBezTo>
                <a:cubicBezTo>
                  <a:pt x="5535" y="14549"/>
                  <a:pt x="5569" y="14542"/>
                  <a:pt x="5604" y="14536"/>
                </a:cubicBezTo>
                <a:cubicBezTo>
                  <a:pt x="5619" y="14533"/>
                  <a:pt x="5631" y="14531"/>
                  <a:pt x="5646" y="14527"/>
                </a:cubicBezTo>
                <a:cubicBezTo>
                  <a:pt x="5664" y="14523"/>
                  <a:pt x="5683" y="14521"/>
                  <a:pt x="5700" y="14516"/>
                </a:cubicBezTo>
                <a:cubicBezTo>
                  <a:pt x="5702" y="14516"/>
                  <a:pt x="5702" y="14515"/>
                  <a:pt x="5703" y="14514"/>
                </a:cubicBezTo>
                <a:cubicBezTo>
                  <a:pt x="5783" y="14488"/>
                  <a:pt x="5866" y="14452"/>
                  <a:pt x="5928" y="14413"/>
                </a:cubicBezTo>
                <a:cubicBezTo>
                  <a:pt x="5992" y="14372"/>
                  <a:pt x="6055" y="14342"/>
                  <a:pt x="6117" y="14323"/>
                </a:cubicBezTo>
                <a:cubicBezTo>
                  <a:pt x="6175" y="14304"/>
                  <a:pt x="6226" y="14296"/>
                  <a:pt x="6273" y="14297"/>
                </a:cubicBezTo>
                <a:cubicBezTo>
                  <a:pt x="6283" y="14297"/>
                  <a:pt x="6285" y="14302"/>
                  <a:pt x="6294" y="14303"/>
                </a:cubicBezTo>
                <a:cubicBezTo>
                  <a:pt x="6376" y="14311"/>
                  <a:pt x="6435" y="14346"/>
                  <a:pt x="6435" y="14418"/>
                </a:cubicBezTo>
                <a:cubicBezTo>
                  <a:pt x="6435" y="14428"/>
                  <a:pt x="6452" y="14442"/>
                  <a:pt x="6456" y="14453"/>
                </a:cubicBezTo>
                <a:cubicBezTo>
                  <a:pt x="6496" y="14575"/>
                  <a:pt x="6957" y="14852"/>
                  <a:pt x="7458" y="15073"/>
                </a:cubicBezTo>
                <a:cubicBezTo>
                  <a:pt x="7558" y="15115"/>
                  <a:pt x="7668" y="15152"/>
                  <a:pt x="7773" y="15192"/>
                </a:cubicBezTo>
                <a:cubicBezTo>
                  <a:pt x="7870" y="15228"/>
                  <a:pt x="7961" y="15266"/>
                  <a:pt x="8061" y="15299"/>
                </a:cubicBezTo>
                <a:cubicBezTo>
                  <a:pt x="8370" y="15393"/>
                  <a:pt x="8891" y="15531"/>
                  <a:pt x="9258" y="15614"/>
                </a:cubicBezTo>
                <a:cubicBezTo>
                  <a:pt x="9372" y="15640"/>
                  <a:pt x="9414" y="15660"/>
                  <a:pt x="9501" y="15683"/>
                </a:cubicBezTo>
                <a:cubicBezTo>
                  <a:pt x="9579" y="15705"/>
                  <a:pt x="9690" y="15728"/>
                  <a:pt x="9741" y="15749"/>
                </a:cubicBezTo>
                <a:cubicBezTo>
                  <a:pt x="10022" y="15849"/>
                  <a:pt x="9945" y="15935"/>
                  <a:pt x="9525" y="16047"/>
                </a:cubicBezTo>
                <a:cubicBezTo>
                  <a:pt x="9515" y="16049"/>
                  <a:pt x="9511" y="16051"/>
                  <a:pt x="9501" y="16054"/>
                </a:cubicBezTo>
                <a:cubicBezTo>
                  <a:pt x="9495" y="16055"/>
                  <a:pt x="9489" y="16057"/>
                  <a:pt x="9483" y="16059"/>
                </a:cubicBezTo>
                <a:cubicBezTo>
                  <a:pt x="9222" y="16125"/>
                  <a:pt x="8871" y="16197"/>
                  <a:pt x="8325" y="16294"/>
                </a:cubicBezTo>
                <a:cubicBezTo>
                  <a:pt x="6153" y="16676"/>
                  <a:pt x="5006" y="17022"/>
                  <a:pt x="3489" y="17750"/>
                </a:cubicBezTo>
                <a:cubicBezTo>
                  <a:pt x="3205" y="17886"/>
                  <a:pt x="2990" y="17945"/>
                  <a:pt x="2842" y="17926"/>
                </a:cubicBezTo>
                <a:cubicBezTo>
                  <a:pt x="2744" y="17913"/>
                  <a:pt x="2605" y="17917"/>
                  <a:pt x="2449" y="17928"/>
                </a:cubicBezTo>
                <a:cubicBezTo>
                  <a:pt x="2388" y="17934"/>
                  <a:pt x="2327" y="17940"/>
                  <a:pt x="2269" y="17947"/>
                </a:cubicBezTo>
                <a:cubicBezTo>
                  <a:pt x="2139" y="17961"/>
                  <a:pt x="2009" y="17974"/>
                  <a:pt x="1867" y="17998"/>
                </a:cubicBezTo>
                <a:cubicBezTo>
                  <a:pt x="1843" y="18002"/>
                  <a:pt x="1821" y="18008"/>
                  <a:pt x="1798" y="18012"/>
                </a:cubicBezTo>
                <a:cubicBezTo>
                  <a:pt x="1514" y="18063"/>
                  <a:pt x="1235" y="18131"/>
                  <a:pt x="988" y="18205"/>
                </a:cubicBezTo>
                <a:cubicBezTo>
                  <a:pt x="863" y="18245"/>
                  <a:pt x="749" y="18285"/>
                  <a:pt x="637" y="18328"/>
                </a:cubicBezTo>
                <a:cubicBezTo>
                  <a:pt x="164" y="18524"/>
                  <a:pt x="-126" y="18755"/>
                  <a:pt x="55" y="18818"/>
                </a:cubicBezTo>
                <a:cubicBezTo>
                  <a:pt x="110" y="18817"/>
                  <a:pt x="162" y="18816"/>
                  <a:pt x="244" y="18809"/>
                </a:cubicBezTo>
                <a:cubicBezTo>
                  <a:pt x="273" y="18807"/>
                  <a:pt x="296" y="18801"/>
                  <a:pt x="325" y="18798"/>
                </a:cubicBezTo>
                <a:cubicBezTo>
                  <a:pt x="596" y="18746"/>
                  <a:pt x="960" y="18626"/>
                  <a:pt x="994" y="18552"/>
                </a:cubicBezTo>
                <a:cubicBezTo>
                  <a:pt x="996" y="18547"/>
                  <a:pt x="1010" y="18541"/>
                  <a:pt x="1015" y="18535"/>
                </a:cubicBezTo>
                <a:cubicBezTo>
                  <a:pt x="1016" y="18518"/>
                  <a:pt x="1053" y="18494"/>
                  <a:pt x="1093" y="18470"/>
                </a:cubicBezTo>
                <a:cubicBezTo>
                  <a:pt x="1100" y="18465"/>
                  <a:pt x="1099" y="18462"/>
                  <a:pt x="1108" y="18457"/>
                </a:cubicBezTo>
                <a:cubicBezTo>
                  <a:pt x="1108" y="18457"/>
                  <a:pt x="1107" y="18455"/>
                  <a:pt x="1108" y="18455"/>
                </a:cubicBezTo>
                <a:cubicBezTo>
                  <a:pt x="1161" y="18424"/>
                  <a:pt x="1234" y="18395"/>
                  <a:pt x="1315" y="18370"/>
                </a:cubicBezTo>
                <a:cubicBezTo>
                  <a:pt x="1350" y="18360"/>
                  <a:pt x="1368" y="18355"/>
                  <a:pt x="1396" y="18347"/>
                </a:cubicBezTo>
                <a:cubicBezTo>
                  <a:pt x="1405" y="18345"/>
                  <a:pt x="1413" y="18344"/>
                  <a:pt x="1423" y="18342"/>
                </a:cubicBezTo>
                <a:cubicBezTo>
                  <a:pt x="1456" y="18333"/>
                  <a:pt x="1486" y="18325"/>
                  <a:pt x="1510" y="18322"/>
                </a:cubicBezTo>
                <a:cubicBezTo>
                  <a:pt x="1541" y="18316"/>
                  <a:pt x="1562" y="18317"/>
                  <a:pt x="1582" y="18319"/>
                </a:cubicBezTo>
                <a:cubicBezTo>
                  <a:pt x="1583" y="18319"/>
                  <a:pt x="1587" y="18318"/>
                  <a:pt x="1588" y="18319"/>
                </a:cubicBezTo>
                <a:cubicBezTo>
                  <a:pt x="1598" y="18320"/>
                  <a:pt x="1615" y="18318"/>
                  <a:pt x="1621" y="18322"/>
                </a:cubicBezTo>
                <a:cubicBezTo>
                  <a:pt x="1668" y="18319"/>
                  <a:pt x="1717" y="18314"/>
                  <a:pt x="1753" y="18322"/>
                </a:cubicBezTo>
                <a:cubicBezTo>
                  <a:pt x="1870" y="18346"/>
                  <a:pt x="1865" y="18374"/>
                  <a:pt x="1738" y="18425"/>
                </a:cubicBezTo>
                <a:cubicBezTo>
                  <a:pt x="1693" y="18443"/>
                  <a:pt x="1685" y="18455"/>
                  <a:pt x="1669" y="18469"/>
                </a:cubicBezTo>
                <a:cubicBezTo>
                  <a:pt x="1669" y="18470"/>
                  <a:pt x="1674" y="18470"/>
                  <a:pt x="1675" y="18472"/>
                </a:cubicBezTo>
                <a:cubicBezTo>
                  <a:pt x="1706" y="18590"/>
                  <a:pt x="1886" y="18589"/>
                  <a:pt x="2353" y="18437"/>
                </a:cubicBezTo>
                <a:cubicBezTo>
                  <a:pt x="2354" y="18437"/>
                  <a:pt x="2354" y="18435"/>
                  <a:pt x="2356" y="18435"/>
                </a:cubicBezTo>
                <a:cubicBezTo>
                  <a:pt x="2496" y="18386"/>
                  <a:pt x="2658" y="18327"/>
                  <a:pt x="2851" y="18249"/>
                </a:cubicBezTo>
                <a:cubicBezTo>
                  <a:pt x="3316" y="18061"/>
                  <a:pt x="3771" y="17890"/>
                  <a:pt x="3861" y="17871"/>
                </a:cubicBezTo>
                <a:cubicBezTo>
                  <a:pt x="3907" y="17861"/>
                  <a:pt x="4233" y="17734"/>
                  <a:pt x="4443" y="17656"/>
                </a:cubicBezTo>
                <a:cubicBezTo>
                  <a:pt x="4954" y="17462"/>
                  <a:pt x="5426" y="17286"/>
                  <a:pt x="5658" y="17204"/>
                </a:cubicBezTo>
                <a:cubicBezTo>
                  <a:pt x="5812" y="17149"/>
                  <a:pt x="5906" y="17120"/>
                  <a:pt x="6012" y="17087"/>
                </a:cubicBezTo>
                <a:cubicBezTo>
                  <a:pt x="6050" y="17077"/>
                  <a:pt x="6164" y="17032"/>
                  <a:pt x="6189" y="17028"/>
                </a:cubicBezTo>
                <a:cubicBezTo>
                  <a:pt x="6191" y="17027"/>
                  <a:pt x="6212" y="17025"/>
                  <a:pt x="6216" y="17025"/>
                </a:cubicBezTo>
                <a:cubicBezTo>
                  <a:pt x="6226" y="17023"/>
                  <a:pt x="6260" y="17011"/>
                  <a:pt x="6267" y="17010"/>
                </a:cubicBezTo>
                <a:cubicBezTo>
                  <a:pt x="6301" y="17005"/>
                  <a:pt x="6547" y="16982"/>
                  <a:pt x="6639" y="16972"/>
                </a:cubicBezTo>
                <a:cubicBezTo>
                  <a:pt x="6643" y="16971"/>
                  <a:pt x="6648" y="16969"/>
                  <a:pt x="6651" y="16969"/>
                </a:cubicBezTo>
                <a:cubicBezTo>
                  <a:pt x="8150" y="16801"/>
                  <a:pt x="8578" y="16752"/>
                  <a:pt x="8814" y="16720"/>
                </a:cubicBezTo>
                <a:cubicBezTo>
                  <a:pt x="9255" y="16661"/>
                  <a:pt x="9404" y="16900"/>
                  <a:pt x="9324" y="17545"/>
                </a:cubicBezTo>
                <a:cubicBezTo>
                  <a:pt x="9287" y="17842"/>
                  <a:pt x="9194" y="18061"/>
                  <a:pt x="9018" y="18263"/>
                </a:cubicBezTo>
                <a:cubicBezTo>
                  <a:pt x="9006" y="18278"/>
                  <a:pt x="8992" y="18293"/>
                  <a:pt x="8979" y="18308"/>
                </a:cubicBezTo>
                <a:cubicBezTo>
                  <a:pt x="8893" y="18398"/>
                  <a:pt x="8793" y="18488"/>
                  <a:pt x="8664" y="18578"/>
                </a:cubicBezTo>
                <a:cubicBezTo>
                  <a:pt x="8662" y="18580"/>
                  <a:pt x="8663" y="18581"/>
                  <a:pt x="8661" y="18582"/>
                </a:cubicBezTo>
                <a:cubicBezTo>
                  <a:pt x="8642" y="18595"/>
                  <a:pt x="8630" y="18611"/>
                  <a:pt x="8610" y="18624"/>
                </a:cubicBezTo>
                <a:cubicBezTo>
                  <a:pt x="8609" y="18625"/>
                  <a:pt x="8605" y="18624"/>
                  <a:pt x="8604" y="18625"/>
                </a:cubicBezTo>
                <a:cubicBezTo>
                  <a:pt x="8396" y="18762"/>
                  <a:pt x="8147" y="18906"/>
                  <a:pt x="7800" y="19079"/>
                </a:cubicBezTo>
                <a:cubicBezTo>
                  <a:pt x="7397" y="19279"/>
                  <a:pt x="7103" y="19450"/>
                  <a:pt x="6870" y="19620"/>
                </a:cubicBezTo>
                <a:cubicBezTo>
                  <a:pt x="6775" y="19694"/>
                  <a:pt x="6683" y="19769"/>
                  <a:pt x="6600" y="19847"/>
                </a:cubicBezTo>
                <a:cubicBezTo>
                  <a:pt x="6583" y="19864"/>
                  <a:pt x="6569" y="19880"/>
                  <a:pt x="6552" y="19896"/>
                </a:cubicBezTo>
                <a:cubicBezTo>
                  <a:pt x="6514" y="19934"/>
                  <a:pt x="6483" y="19976"/>
                  <a:pt x="6447" y="20015"/>
                </a:cubicBezTo>
                <a:cubicBezTo>
                  <a:pt x="6388" y="20087"/>
                  <a:pt x="6328" y="20160"/>
                  <a:pt x="6282" y="20239"/>
                </a:cubicBezTo>
                <a:cubicBezTo>
                  <a:pt x="6146" y="20477"/>
                  <a:pt x="5997" y="20622"/>
                  <a:pt x="5796" y="20726"/>
                </a:cubicBezTo>
                <a:cubicBezTo>
                  <a:pt x="5795" y="20726"/>
                  <a:pt x="5791" y="20727"/>
                  <a:pt x="5790" y="20728"/>
                </a:cubicBezTo>
                <a:cubicBezTo>
                  <a:pt x="5775" y="20738"/>
                  <a:pt x="5761" y="20748"/>
                  <a:pt x="5745" y="20758"/>
                </a:cubicBezTo>
                <a:cubicBezTo>
                  <a:pt x="5709" y="20773"/>
                  <a:pt x="5677" y="20793"/>
                  <a:pt x="5637" y="20806"/>
                </a:cubicBezTo>
                <a:cubicBezTo>
                  <a:pt x="5595" y="20822"/>
                  <a:pt x="5546" y="20836"/>
                  <a:pt x="5499" y="20844"/>
                </a:cubicBezTo>
                <a:cubicBezTo>
                  <a:pt x="5250" y="20900"/>
                  <a:pt x="4924" y="20919"/>
                  <a:pt x="4464" y="20919"/>
                </a:cubicBezTo>
                <a:cubicBezTo>
                  <a:pt x="4276" y="20919"/>
                  <a:pt x="4161" y="20927"/>
                  <a:pt x="4035" y="20936"/>
                </a:cubicBezTo>
                <a:cubicBezTo>
                  <a:pt x="3934" y="20945"/>
                  <a:pt x="3844" y="20957"/>
                  <a:pt x="3750" y="20967"/>
                </a:cubicBezTo>
                <a:cubicBezTo>
                  <a:pt x="3646" y="20986"/>
                  <a:pt x="3550" y="21004"/>
                  <a:pt x="3450" y="21040"/>
                </a:cubicBezTo>
                <a:cubicBezTo>
                  <a:pt x="3353" y="21075"/>
                  <a:pt x="3290" y="21081"/>
                  <a:pt x="3201" y="21104"/>
                </a:cubicBezTo>
                <a:cubicBezTo>
                  <a:pt x="3286" y="21153"/>
                  <a:pt x="3339" y="21215"/>
                  <a:pt x="3306" y="21274"/>
                </a:cubicBezTo>
                <a:cubicBezTo>
                  <a:pt x="3202" y="21465"/>
                  <a:pt x="4138" y="21598"/>
                  <a:pt x="5580" y="21598"/>
                </a:cubicBezTo>
                <a:cubicBezTo>
                  <a:pt x="6564" y="21598"/>
                  <a:pt x="6716" y="21585"/>
                  <a:pt x="7023" y="21477"/>
                </a:cubicBezTo>
                <a:lnTo>
                  <a:pt x="7356" y="21358"/>
                </a:lnTo>
                <a:cubicBezTo>
                  <a:pt x="7355" y="21355"/>
                  <a:pt x="7336" y="21350"/>
                  <a:pt x="7338" y="21346"/>
                </a:cubicBezTo>
                <a:lnTo>
                  <a:pt x="7050" y="21243"/>
                </a:lnTo>
                <a:cubicBezTo>
                  <a:pt x="6806" y="21157"/>
                  <a:pt x="6724" y="21071"/>
                  <a:pt x="6774" y="20982"/>
                </a:cubicBezTo>
                <a:lnTo>
                  <a:pt x="6651" y="20896"/>
                </a:lnTo>
                <a:lnTo>
                  <a:pt x="6396" y="20720"/>
                </a:lnTo>
                <a:lnTo>
                  <a:pt x="6930" y="20344"/>
                </a:lnTo>
                <a:cubicBezTo>
                  <a:pt x="7223" y="20137"/>
                  <a:pt x="7461" y="19922"/>
                  <a:pt x="7461" y="19864"/>
                </a:cubicBezTo>
                <a:cubicBezTo>
                  <a:pt x="7461" y="19647"/>
                  <a:pt x="10570" y="18588"/>
                  <a:pt x="11208" y="18588"/>
                </a:cubicBezTo>
                <a:cubicBezTo>
                  <a:pt x="11807" y="18588"/>
                  <a:pt x="13902" y="19630"/>
                  <a:pt x="13902" y="19928"/>
                </a:cubicBezTo>
                <a:cubicBezTo>
                  <a:pt x="13902" y="19991"/>
                  <a:pt x="14066" y="20187"/>
                  <a:pt x="14267" y="20365"/>
                </a:cubicBezTo>
                <a:cubicBezTo>
                  <a:pt x="14469" y="20542"/>
                  <a:pt x="14633" y="20717"/>
                  <a:pt x="14633" y="20755"/>
                </a:cubicBezTo>
                <a:cubicBezTo>
                  <a:pt x="14633" y="20796"/>
                  <a:pt x="14461" y="20849"/>
                  <a:pt x="14258" y="20894"/>
                </a:cubicBezTo>
                <a:cubicBezTo>
                  <a:pt x="14328" y="20935"/>
                  <a:pt x="14340" y="20990"/>
                  <a:pt x="14318" y="21066"/>
                </a:cubicBezTo>
                <a:cubicBezTo>
                  <a:pt x="14282" y="21192"/>
                  <a:pt x="14226" y="21222"/>
                  <a:pt x="14016" y="21219"/>
                </a:cubicBezTo>
                <a:cubicBezTo>
                  <a:pt x="13935" y="21235"/>
                  <a:pt x="13845" y="21251"/>
                  <a:pt x="13710" y="21260"/>
                </a:cubicBezTo>
                <a:cubicBezTo>
                  <a:pt x="13726" y="21267"/>
                  <a:pt x="13717" y="21267"/>
                  <a:pt x="13743" y="21278"/>
                </a:cubicBezTo>
                <a:cubicBezTo>
                  <a:pt x="13849" y="21320"/>
                  <a:pt x="13883" y="21355"/>
                  <a:pt x="13815" y="21355"/>
                </a:cubicBezTo>
                <a:cubicBezTo>
                  <a:pt x="13747" y="21355"/>
                  <a:pt x="13821" y="21385"/>
                  <a:pt x="13980" y="21422"/>
                </a:cubicBezTo>
                <a:cubicBezTo>
                  <a:pt x="14138" y="21458"/>
                  <a:pt x="14663" y="21500"/>
                  <a:pt x="15146" y="21513"/>
                </a:cubicBezTo>
                <a:cubicBezTo>
                  <a:pt x="15853" y="21534"/>
                  <a:pt x="16117" y="21520"/>
                  <a:pt x="16499" y="21443"/>
                </a:cubicBezTo>
                <a:cubicBezTo>
                  <a:pt x="16990" y="21344"/>
                  <a:pt x="17083" y="21286"/>
                  <a:pt x="16829" y="21234"/>
                </a:cubicBezTo>
                <a:cubicBezTo>
                  <a:pt x="16749" y="21217"/>
                  <a:pt x="16682" y="21161"/>
                  <a:pt x="16682" y="21111"/>
                </a:cubicBezTo>
                <a:cubicBezTo>
                  <a:pt x="16682" y="21010"/>
                  <a:pt x="16282" y="20919"/>
                  <a:pt x="15845" y="20919"/>
                </a:cubicBezTo>
                <a:cubicBezTo>
                  <a:pt x="15536" y="20919"/>
                  <a:pt x="15321" y="20861"/>
                  <a:pt x="15323" y="20798"/>
                </a:cubicBezTo>
                <a:cubicBezTo>
                  <a:pt x="15313" y="20793"/>
                  <a:pt x="15307" y="20784"/>
                  <a:pt x="15296" y="20778"/>
                </a:cubicBezTo>
                <a:cubicBezTo>
                  <a:pt x="15289" y="20775"/>
                  <a:pt x="15286" y="20769"/>
                  <a:pt x="15278" y="20765"/>
                </a:cubicBezTo>
                <a:cubicBezTo>
                  <a:pt x="15274" y="20764"/>
                  <a:pt x="15262" y="20762"/>
                  <a:pt x="15257" y="20761"/>
                </a:cubicBezTo>
                <a:cubicBezTo>
                  <a:pt x="15241" y="20754"/>
                  <a:pt x="15219" y="20724"/>
                  <a:pt x="15200" y="20708"/>
                </a:cubicBezTo>
                <a:cubicBezTo>
                  <a:pt x="15183" y="20693"/>
                  <a:pt x="15161" y="20683"/>
                  <a:pt x="15146" y="20667"/>
                </a:cubicBezTo>
                <a:cubicBezTo>
                  <a:pt x="15136" y="20657"/>
                  <a:pt x="15132" y="20643"/>
                  <a:pt x="15122" y="20632"/>
                </a:cubicBezTo>
                <a:cubicBezTo>
                  <a:pt x="15073" y="20578"/>
                  <a:pt x="15028" y="20521"/>
                  <a:pt x="15005" y="20450"/>
                </a:cubicBezTo>
                <a:cubicBezTo>
                  <a:pt x="14868" y="20023"/>
                  <a:pt x="14513" y="19543"/>
                  <a:pt x="14055" y="19174"/>
                </a:cubicBezTo>
                <a:cubicBezTo>
                  <a:pt x="14041" y="19163"/>
                  <a:pt x="14035" y="19153"/>
                  <a:pt x="14022" y="19142"/>
                </a:cubicBezTo>
                <a:cubicBezTo>
                  <a:pt x="13931" y="19062"/>
                  <a:pt x="13854" y="18983"/>
                  <a:pt x="13785" y="18902"/>
                </a:cubicBezTo>
                <a:cubicBezTo>
                  <a:pt x="13752" y="18863"/>
                  <a:pt x="13707" y="18820"/>
                  <a:pt x="13680" y="18781"/>
                </a:cubicBezTo>
                <a:cubicBezTo>
                  <a:pt x="13603" y="18675"/>
                  <a:pt x="13551" y="18571"/>
                  <a:pt x="13515" y="18469"/>
                </a:cubicBezTo>
                <a:cubicBezTo>
                  <a:pt x="13508" y="18453"/>
                  <a:pt x="13497" y="18442"/>
                  <a:pt x="13491" y="18425"/>
                </a:cubicBezTo>
                <a:cubicBezTo>
                  <a:pt x="13490" y="18424"/>
                  <a:pt x="13491" y="18422"/>
                  <a:pt x="13491" y="18420"/>
                </a:cubicBezTo>
                <a:cubicBezTo>
                  <a:pt x="13436" y="18279"/>
                  <a:pt x="13384" y="18170"/>
                  <a:pt x="13323" y="17928"/>
                </a:cubicBezTo>
                <a:cubicBezTo>
                  <a:pt x="13243" y="17618"/>
                  <a:pt x="13088" y="17358"/>
                  <a:pt x="12882" y="17126"/>
                </a:cubicBezTo>
                <a:cubicBezTo>
                  <a:pt x="12801" y="17037"/>
                  <a:pt x="12760" y="16969"/>
                  <a:pt x="12648" y="16860"/>
                </a:cubicBezTo>
                <a:cubicBezTo>
                  <a:pt x="12622" y="16835"/>
                  <a:pt x="12615" y="16812"/>
                  <a:pt x="12594" y="16788"/>
                </a:cubicBezTo>
                <a:cubicBezTo>
                  <a:pt x="12584" y="16775"/>
                  <a:pt x="12569" y="16761"/>
                  <a:pt x="12561" y="16749"/>
                </a:cubicBezTo>
                <a:cubicBezTo>
                  <a:pt x="12559" y="16746"/>
                  <a:pt x="12563" y="16746"/>
                  <a:pt x="12561" y="16743"/>
                </a:cubicBezTo>
                <a:cubicBezTo>
                  <a:pt x="12489" y="16646"/>
                  <a:pt x="12446" y="16565"/>
                  <a:pt x="12474" y="16541"/>
                </a:cubicBezTo>
                <a:cubicBezTo>
                  <a:pt x="12474" y="16541"/>
                  <a:pt x="12479" y="16540"/>
                  <a:pt x="12480" y="16539"/>
                </a:cubicBezTo>
                <a:cubicBezTo>
                  <a:pt x="12480" y="16539"/>
                  <a:pt x="12479" y="16538"/>
                  <a:pt x="12480" y="16538"/>
                </a:cubicBezTo>
                <a:cubicBezTo>
                  <a:pt x="12483" y="16536"/>
                  <a:pt x="12518" y="16530"/>
                  <a:pt x="12525" y="16527"/>
                </a:cubicBezTo>
                <a:cubicBezTo>
                  <a:pt x="12562" y="16481"/>
                  <a:pt x="12632" y="16446"/>
                  <a:pt x="12765" y="16435"/>
                </a:cubicBezTo>
                <a:cubicBezTo>
                  <a:pt x="14581" y="16276"/>
                  <a:pt x="15614" y="16103"/>
                  <a:pt x="15746" y="15935"/>
                </a:cubicBezTo>
                <a:cubicBezTo>
                  <a:pt x="15795" y="15874"/>
                  <a:pt x="15651" y="15695"/>
                  <a:pt x="15392" y="15499"/>
                </a:cubicBezTo>
                <a:cubicBezTo>
                  <a:pt x="15334" y="15455"/>
                  <a:pt x="15326" y="15432"/>
                  <a:pt x="15275" y="15391"/>
                </a:cubicBezTo>
                <a:cubicBezTo>
                  <a:pt x="15050" y="15218"/>
                  <a:pt x="14915" y="15091"/>
                  <a:pt x="14825" y="14964"/>
                </a:cubicBezTo>
                <a:cubicBezTo>
                  <a:pt x="14702" y="14812"/>
                  <a:pt x="14633" y="14667"/>
                  <a:pt x="14630" y="14511"/>
                </a:cubicBezTo>
                <a:cubicBezTo>
                  <a:pt x="14630" y="14504"/>
                  <a:pt x="14625" y="14498"/>
                  <a:pt x="14624" y="14491"/>
                </a:cubicBezTo>
                <a:cubicBezTo>
                  <a:pt x="14600" y="14391"/>
                  <a:pt x="14570" y="14324"/>
                  <a:pt x="14537" y="14257"/>
                </a:cubicBezTo>
                <a:cubicBezTo>
                  <a:pt x="14425" y="14102"/>
                  <a:pt x="14178" y="13931"/>
                  <a:pt x="13596" y="13589"/>
                </a:cubicBezTo>
                <a:cubicBezTo>
                  <a:pt x="13394" y="13471"/>
                  <a:pt x="13272" y="13325"/>
                  <a:pt x="13185" y="13172"/>
                </a:cubicBezTo>
                <a:cubicBezTo>
                  <a:pt x="13176" y="13160"/>
                  <a:pt x="13178" y="13149"/>
                  <a:pt x="13170" y="13138"/>
                </a:cubicBezTo>
                <a:cubicBezTo>
                  <a:pt x="13126" y="13053"/>
                  <a:pt x="13076" y="12969"/>
                  <a:pt x="13065" y="12882"/>
                </a:cubicBezTo>
                <a:cubicBezTo>
                  <a:pt x="13064" y="12879"/>
                  <a:pt x="13065" y="12878"/>
                  <a:pt x="13065" y="12875"/>
                </a:cubicBezTo>
                <a:cubicBezTo>
                  <a:pt x="13054" y="12821"/>
                  <a:pt x="13056" y="12770"/>
                  <a:pt x="13062" y="12719"/>
                </a:cubicBezTo>
                <a:cubicBezTo>
                  <a:pt x="13065" y="12625"/>
                  <a:pt x="13079" y="12533"/>
                  <a:pt x="13143" y="12448"/>
                </a:cubicBezTo>
                <a:cubicBezTo>
                  <a:pt x="13150" y="12438"/>
                  <a:pt x="13192" y="12402"/>
                  <a:pt x="13203" y="12390"/>
                </a:cubicBezTo>
                <a:cubicBezTo>
                  <a:pt x="13212" y="12378"/>
                  <a:pt x="13210" y="12364"/>
                  <a:pt x="13221" y="12352"/>
                </a:cubicBezTo>
                <a:cubicBezTo>
                  <a:pt x="13562" y="11970"/>
                  <a:pt x="14453" y="11129"/>
                  <a:pt x="14633" y="11017"/>
                </a:cubicBezTo>
                <a:lnTo>
                  <a:pt x="14789" y="10922"/>
                </a:lnTo>
                <a:lnTo>
                  <a:pt x="14798" y="10915"/>
                </a:lnTo>
                <a:lnTo>
                  <a:pt x="15131" y="11009"/>
                </a:lnTo>
                <a:lnTo>
                  <a:pt x="15329" y="11059"/>
                </a:lnTo>
                <a:cubicBezTo>
                  <a:pt x="15594" y="11128"/>
                  <a:pt x="16082" y="11240"/>
                  <a:pt x="16523" y="11329"/>
                </a:cubicBezTo>
                <a:cubicBezTo>
                  <a:pt x="16546" y="11334"/>
                  <a:pt x="16570" y="11342"/>
                  <a:pt x="16592" y="11346"/>
                </a:cubicBezTo>
                <a:cubicBezTo>
                  <a:pt x="16645" y="11357"/>
                  <a:pt x="16715" y="11375"/>
                  <a:pt x="16760" y="11384"/>
                </a:cubicBezTo>
                <a:cubicBezTo>
                  <a:pt x="16943" y="11420"/>
                  <a:pt x="17085" y="11455"/>
                  <a:pt x="17204" y="11494"/>
                </a:cubicBezTo>
                <a:cubicBezTo>
                  <a:pt x="17242" y="11506"/>
                  <a:pt x="17257" y="11519"/>
                  <a:pt x="17288" y="11531"/>
                </a:cubicBezTo>
                <a:cubicBezTo>
                  <a:pt x="17337" y="11546"/>
                  <a:pt x="17444" y="11573"/>
                  <a:pt x="17456" y="11580"/>
                </a:cubicBezTo>
                <a:cubicBezTo>
                  <a:pt x="17463" y="11584"/>
                  <a:pt x="17481" y="11620"/>
                  <a:pt x="17489" y="11627"/>
                </a:cubicBezTo>
                <a:cubicBezTo>
                  <a:pt x="17507" y="11638"/>
                  <a:pt x="17529" y="11649"/>
                  <a:pt x="17540" y="11661"/>
                </a:cubicBezTo>
                <a:cubicBezTo>
                  <a:pt x="17551" y="11673"/>
                  <a:pt x="17565" y="11703"/>
                  <a:pt x="17576" y="11716"/>
                </a:cubicBezTo>
                <a:cubicBezTo>
                  <a:pt x="17638" y="11781"/>
                  <a:pt x="17694" y="11862"/>
                  <a:pt x="17741" y="11960"/>
                </a:cubicBezTo>
                <a:cubicBezTo>
                  <a:pt x="17773" y="12005"/>
                  <a:pt x="17793" y="12054"/>
                  <a:pt x="17822" y="12098"/>
                </a:cubicBezTo>
                <a:cubicBezTo>
                  <a:pt x="17923" y="12276"/>
                  <a:pt x="18033" y="12451"/>
                  <a:pt x="18074" y="12473"/>
                </a:cubicBezTo>
                <a:cubicBezTo>
                  <a:pt x="18099" y="12486"/>
                  <a:pt x="18126" y="12592"/>
                  <a:pt x="18155" y="12661"/>
                </a:cubicBezTo>
                <a:cubicBezTo>
                  <a:pt x="18182" y="12727"/>
                  <a:pt x="18210" y="12753"/>
                  <a:pt x="18233" y="12841"/>
                </a:cubicBezTo>
                <a:cubicBezTo>
                  <a:pt x="18277" y="12934"/>
                  <a:pt x="18346" y="13047"/>
                  <a:pt x="18359" y="13104"/>
                </a:cubicBezTo>
                <a:cubicBezTo>
                  <a:pt x="18393" y="13252"/>
                  <a:pt x="18412" y="13344"/>
                  <a:pt x="18422" y="13383"/>
                </a:cubicBezTo>
                <a:cubicBezTo>
                  <a:pt x="18507" y="13430"/>
                  <a:pt x="18646" y="13443"/>
                  <a:pt x="18761" y="13421"/>
                </a:cubicBezTo>
                <a:cubicBezTo>
                  <a:pt x="18782" y="13417"/>
                  <a:pt x="18801" y="13407"/>
                  <a:pt x="18821" y="13401"/>
                </a:cubicBezTo>
                <a:cubicBezTo>
                  <a:pt x="18843" y="13390"/>
                  <a:pt x="18866" y="13380"/>
                  <a:pt x="18884" y="13366"/>
                </a:cubicBezTo>
                <a:cubicBezTo>
                  <a:pt x="18890" y="13309"/>
                  <a:pt x="18947" y="13285"/>
                  <a:pt x="19022" y="13285"/>
                </a:cubicBezTo>
                <a:cubicBezTo>
                  <a:pt x="19066" y="13269"/>
                  <a:pt x="19113" y="13262"/>
                  <a:pt x="19157" y="13271"/>
                </a:cubicBezTo>
                <a:cubicBezTo>
                  <a:pt x="19244" y="13289"/>
                  <a:pt x="19308" y="13344"/>
                  <a:pt x="19355" y="13406"/>
                </a:cubicBezTo>
                <a:cubicBezTo>
                  <a:pt x="19366" y="13414"/>
                  <a:pt x="19378" y="13417"/>
                  <a:pt x="19388" y="13425"/>
                </a:cubicBezTo>
                <a:cubicBezTo>
                  <a:pt x="19592" y="13587"/>
                  <a:pt x="19593" y="13616"/>
                  <a:pt x="19388" y="13719"/>
                </a:cubicBezTo>
                <a:cubicBezTo>
                  <a:pt x="19309" y="13760"/>
                  <a:pt x="19285" y="13783"/>
                  <a:pt x="19268" y="13808"/>
                </a:cubicBezTo>
                <a:cubicBezTo>
                  <a:pt x="19265" y="13814"/>
                  <a:pt x="19255" y="13821"/>
                  <a:pt x="19253" y="13828"/>
                </a:cubicBezTo>
                <a:cubicBezTo>
                  <a:pt x="19251" y="13834"/>
                  <a:pt x="19255" y="13839"/>
                  <a:pt x="19253" y="13846"/>
                </a:cubicBezTo>
                <a:cubicBezTo>
                  <a:pt x="19263" y="13872"/>
                  <a:pt x="19297" y="13898"/>
                  <a:pt x="19382" y="13938"/>
                </a:cubicBezTo>
                <a:cubicBezTo>
                  <a:pt x="19478" y="13984"/>
                  <a:pt x="19522" y="13999"/>
                  <a:pt x="19565" y="14002"/>
                </a:cubicBezTo>
                <a:cubicBezTo>
                  <a:pt x="19590" y="13995"/>
                  <a:pt x="19615" y="13993"/>
                  <a:pt x="19640" y="13981"/>
                </a:cubicBezTo>
                <a:cubicBezTo>
                  <a:pt x="19674" y="13965"/>
                  <a:pt x="19704" y="13952"/>
                  <a:pt x="19763" y="13900"/>
                </a:cubicBezTo>
                <a:cubicBezTo>
                  <a:pt x="19853" y="13823"/>
                  <a:pt x="19962" y="13659"/>
                  <a:pt x="20006" y="13537"/>
                </a:cubicBezTo>
                <a:cubicBezTo>
                  <a:pt x="20041" y="13440"/>
                  <a:pt x="20005" y="13339"/>
                  <a:pt x="19919" y="13242"/>
                </a:cubicBezTo>
                <a:cubicBezTo>
                  <a:pt x="19919" y="13242"/>
                  <a:pt x="19919" y="13240"/>
                  <a:pt x="19919" y="13240"/>
                </a:cubicBezTo>
                <a:cubicBezTo>
                  <a:pt x="19918" y="13239"/>
                  <a:pt x="19914" y="13240"/>
                  <a:pt x="19913" y="13239"/>
                </a:cubicBezTo>
                <a:cubicBezTo>
                  <a:pt x="19871" y="13192"/>
                  <a:pt x="19820" y="13146"/>
                  <a:pt x="19754" y="13103"/>
                </a:cubicBezTo>
                <a:cubicBezTo>
                  <a:pt x="19752" y="13101"/>
                  <a:pt x="19750" y="13099"/>
                  <a:pt x="19748" y="13098"/>
                </a:cubicBezTo>
                <a:cubicBezTo>
                  <a:pt x="19732" y="13088"/>
                  <a:pt x="19711" y="13079"/>
                  <a:pt x="19694" y="13069"/>
                </a:cubicBezTo>
                <a:cubicBezTo>
                  <a:pt x="19636" y="13034"/>
                  <a:pt x="19577" y="13000"/>
                  <a:pt x="19505" y="12968"/>
                </a:cubicBezTo>
                <a:cubicBezTo>
                  <a:pt x="19469" y="12953"/>
                  <a:pt x="19422" y="12940"/>
                  <a:pt x="19382" y="12925"/>
                </a:cubicBezTo>
                <a:cubicBezTo>
                  <a:pt x="19278" y="12886"/>
                  <a:pt x="19173" y="12848"/>
                  <a:pt x="19049" y="12818"/>
                </a:cubicBezTo>
                <a:cubicBezTo>
                  <a:pt x="18899" y="12783"/>
                  <a:pt x="18810" y="12740"/>
                  <a:pt x="18743" y="12691"/>
                </a:cubicBezTo>
                <a:cubicBezTo>
                  <a:pt x="18667" y="12651"/>
                  <a:pt x="18632" y="12603"/>
                  <a:pt x="18617" y="12555"/>
                </a:cubicBezTo>
                <a:cubicBezTo>
                  <a:pt x="18612" y="12538"/>
                  <a:pt x="18587" y="12527"/>
                  <a:pt x="18587" y="12508"/>
                </a:cubicBezTo>
                <a:cubicBezTo>
                  <a:pt x="18587" y="12503"/>
                  <a:pt x="18573" y="12482"/>
                  <a:pt x="18572" y="12476"/>
                </a:cubicBezTo>
                <a:cubicBezTo>
                  <a:pt x="18563" y="12451"/>
                  <a:pt x="18551" y="12444"/>
                  <a:pt x="18542" y="12413"/>
                </a:cubicBezTo>
                <a:cubicBezTo>
                  <a:pt x="18435" y="12054"/>
                  <a:pt x="18334" y="11829"/>
                  <a:pt x="18164" y="11651"/>
                </a:cubicBezTo>
                <a:cubicBezTo>
                  <a:pt x="17995" y="11472"/>
                  <a:pt x="17756" y="11340"/>
                  <a:pt x="17360" y="11167"/>
                </a:cubicBezTo>
                <a:cubicBezTo>
                  <a:pt x="16947" y="10986"/>
                  <a:pt x="16166" y="10709"/>
                  <a:pt x="15623" y="10551"/>
                </a:cubicBezTo>
                <a:cubicBezTo>
                  <a:pt x="15203" y="10429"/>
                  <a:pt x="14937" y="10337"/>
                  <a:pt x="14789" y="10260"/>
                </a:cubicBezTo>
                <a:cubicBezTo>
                  <a:pt x="14773" y="10253"/>
                  <a:pt x="14768" y="10249"/>
                  <a:pt x="14753" y="10242"/>
                </a:cubicBezTo>
                <a:cubicBezTo>
                  <a:pt x="14740" y="10234"/>
                  <a:pt x="14728" y="10227"/>
                  <a:pt x="14717" y="10219"/>
                </a:cubicBezTo>
                <a:cubicBezTo>
                  <a:pt x="14683" y="10200"/>
                  <a:pt x="14633" y="10179"/>
                  <a:pt x="14633" y="10165"/>
                </a:cubicBezTo>
                <a:cubicBezTo>
                  <a:pt x="14633" y="10162"/>
                  <a:pt x="14647" y="10159"/>
                  <a:pt x="14648" y="10156"/>
                </a:cubicBezTo>
                <a:cubicBezTo>
                  <a:pt x="14643" y="10154"/>
                  <a:pt x="14633" y="10150"/>
                  <a:pt x="14633" y="10150"/>
                </a:cubicBezTo>
                <a:cubicBezTo>
                  <a:pt x="14633" y="10148"/>
                  <a:pt x="14648" y="10145"/>
                  <a:pt x="14648" y="10143"/>
                </a:cubicBezTo>
                <a:cubicBezTo>
                  <a:pt x="14641" y="10076"/>
                  <a:pt x="14778" y="10024"/>
                  <a:pt x="15065" y="9975"/>
                </a:cubicBezTo>
                <a:cubicBezTo>
                  <a:pt x="15303" y="9934"/>
                  <a:pt x="15715" y="9900"/>
                  <a:pt x="15980" y="9899"/>
                </a:cubicBezTo>
                <a:cubicBezTo>
                  <a:pt x="16082" y="9899"/>
                  <a:pt x="16184" y="9893"/>
                  <a:pt x="16289" y="9887"/>
                </a:cubicBezTo>
                <a:cubicBezTo>
                  <a:pt x="16291" y="9887"/>
                  <a:pt x="16294" y="9887"/>
                  <a:pt x="16295" y="9887"/>
                </a:cubicBezTo>
                <a:cubicBezTo>
                  <a:pt x="16426" y="9879"/>
                  <a:pt x="16548" y="9868"/>
                  <a:pt x="16673" y="9855"/>
                </a:cubicBezTo>
                <a:cubicBezTo>
                  <a:pt x="16675" y="9855"/>
                  <a:pt x="16678" y="9855"/>
                  <a:pt x="16679" y="9855"/>
                </a:cubicBezTo>
                <a:cubicBezTo>
                  <a:pt x="17310" y="9785"/>
                  <a:pt x="17926" y="9633"/>
                  <a:pt x="18308" y="9456"/>
                </a:cubicBezTo>
                <a:cubicBezTo>
                  <a:pt x="18326" y="9446"/>
                  <a:pt x="18351" y="9438"/>
                  <a:pt x="18368" y="9428"/>
                </a:cubicBezTo>
                <a:cubicBezTo>
                  <a:pt x="18401" y="9411"/>
                  <a:pt x="18427" y="9394"/>
                  <a:pt x="18455" y="9377"/>
                </a:cubicBezTo>
                <a:cubicBezTo>
                  <a:pt x="18579" y="9289"/>
                  <a:pt x="18646" y="9210"/>
                  <a:pt x="18683" y="9133"/>
                </a:cubicBezTo>
                <a:cubicBezTo>
                  <a:pt x="18720" y="9001"/>
                  <a:pt x="18638" y="8862"/>
                  <a:pt x="18449" y="8726"/>
                </a:cubicBezTo>
                <a:cubicBezTo>
                  <a:pt x="18388" y="8687"/>
                  <a:pt x="18341" y="8649"/>
                  <a:pt x="18257" y="8608"/>
                </a:cubicBezTo>
                <a:cubicBezTo>
                  <a:pt x="18119" y="8539"/>
                  <a:pt x="17984" y="8486"/>
                  <a:pt x="17846" y="8437"/>
                </a:cubicBezTo>
                <a:cubicBezTo>
                  <a:pt x="17845" y="8436"/>
                  <a:pt x="17842" y="8435"/>
                  <a:pt x="17840" y="8435"/>
                </a:cubicBezTo>
                <a:cubicBezTo>
                  <a:pt x="17769" y="8411"/>
                  <a:pt x="17695" y="8388"/>
                  <a:pt x="17621" y="8370"/>
                </a:cubicBezTo>
                <a:cubicBezTo>
                  <a:pt x="17555" y="8352"/>
                  <a:pt x="17484" y="8337"/>
                  <a:pt x="17414" y="8322"/>
                </a:cubicBezTo>
                <a:cubicBezTo>
                  <a:pt x="17241" y="8292"/>
                  <a:pt x="17054" y="8269"/>
                  <a:pt x="16784" y="8249"/>
                </a:cubicBezTo>
                <a:cubicBezTo>
                  <a:pt x="16560" y="8232"/>
                  <a:pt x="16338" y="8224"/>
                  <a:pt x="16121" y="8220"/>
                </a:cubicBezTo>
                <a:cubicBezTo>
                  <a:pt x="16041" y="8220"/>
                  <a:pt x="15971" y="8218"/>
                  <a:pt x="15884" y="8220"/>
                </a:cubicBezTo>
                <a:cubicBezTo>
                  <a:pt x="15792" y="8221"/>
                  <a:pt x="15704" y="8223"/>
                  <a:pt x="15614" y="8226"/>
                </a:cubicBezTo>
                <a:cubicBezTo>
                  <a:pt x="15602" y="8226"/>
                  <a:pt x="15588" y="8227"/>
                  <a:pt x="15575" y="8227"/>
                </a:cubicBezTo>
                <a:cubicBezTo>
                  <a:pt x="15451" y="8231"/>
                  <a:pt x="15325" y="8237"/>
                  <a:pt x="15209" y="8244"/>
                </a:cubicBezTo>
                <a:cubicBezTo>
                  <a:pt x="14121" y="8320"/>
                  <a:pt x="13267" y="8562"/>
                  <a:pt x="12984" y="8897"/>
                </a:cubicBezTo>
                <a:cubicBezTo>
                  <a:pt x="12983" y="8898"/>
                  <a:pt x="12984" y="8899"/>
                  <a:pt x="12984" y="8899"/>
                </a:cubicBezTo>
                <a:cubicBezTo>
                  <a:pt x="12956" y="8937"/>
                  <a:pt x="12941" y="8979"/>
                  <a:pt x="12924" y="9021"/>
                </a:cubicBezTo>
                <a:cubicBezTo>
                  <a:pt x="12907" y="9062"/>
                  <a:pt x="12879" y="9100"/>
                  <a:pt x="12879" y="9143"/>
                </a:cubicBezTo>
                <a:cubicBezTo>
                  <a:pt x="12879" y="9263"/>
                  <a:pt x="12812" y="9374"/>
                  <a:pt x="12732" y="9391"/>
                </a:cubicBezTo>
                <a:cubicBezTo>
                  <a:pt x="12644" y="9409"/>
                  <a:pt x="12568" y="9384"/>
                  <a:pt x="12498" y="9336"/>
                </a:cubicBezTo>
                <a:cubicBezTo>
                  <a:pt x="12487" y="9330"/>
                  <a:pt x="12480" y="9315"/>
                  <a:pt x="12471" y="9307"/>
                </a:cubicBezTo>
                <a:cubicBezTo>
                  <a:pt x="12458" y="9298"/>
                  <a:pt x="12447" y="9283"/>
                  <a:pt x="12435" y="9271"/>
                </a:cubicBezTo>
                <a:cubicBezTo>
                  <a:pt x="12415" y="9249"/>
                  <a:pt x="12394" y="9232"/>
                  <a:pt x="12375" y="9207"/>
                </a:cubicBezTo>
                <a:cubicBezTo>
                  <a:pt x="12370" y="9199"/>
                  <a:pt x="12364" y="9196"/>
                  <a:pt x="12360" y="9189"/>
                </a:cubicBezTo>
                <a:cubicBezTo>
                  <a:pt x="12351" y="9177"/>
                  <a:pt x="12347" y="9155"/>
                  <a:pt x="12339" y="9142"/>
                </a:cubicBezTo>
                <a:cubicBezTo>
                  <a:pt x="12306" y="9089"/>
                  <a:pt x="12280" y="9025"/>
                  <a:pt x="12255" y="8955"/>
                </a:cubicBezTo>
                <a:cubicBezTo>
                  <a:pt x="12234" y="8901"/>
                  <a:pt x="12211" y="8851"/>
                  <a:pt x="12195" y="8786"/>
                </a:cubicBezTo>
                <a:cubicBezTo>
                  <a:pt x="12175" y="8701"/>
                  <a:pt x="12167" y="8599"/>
                  <a:pt x="12156" y="8498"/>
                </a:cubicBezTo>
                <a:cubicBezTo>
                  <a:pt x="12150" y="8443"/>
                  <a:pt x="12134" y="8403"/>
                  <a:pt x="12132" y="8344"/>
                </a:cubicBezTo>
                <a:lnTo>
                  <a:pt x="12132" y="8318"/>
                </a:lnTo>
                <a:lnTo>
                  <a:pt x="12129" y="8218"/>
                </a:lnTo>
                <a:cubicBezTo>
                  <a:pt x="12116" y="8104"/>
                  <a:pt x="12108" y="7989"/>
                  <a:pt x="12114" y="7915"/>
                </a:cubicBezTo>
                <a:lnTo>
                  <a:pt x="12099" y="7657"/>
                </a:lnTo>
                <a:lnTo>
                  <a:pt x="12399" y="7596"/>
                </a:lnTo>
                <a:cubicBezTo>
                  <a:pt x="12401" y="7596"/>
                  <a:pt x="12405" y="7595"/>
                  <a:pt x="12408" y="7594"/>
                </a:cubicBezTo>
                <a:cubicBezTo>
                  <a:pt x="12567" y="7545"/>
                  <a:pt x="12802" y="7505"/>
                  <a:pt x="13152" y="7449"/>
                </a:cubicBezTo>
                <a:cubicBezTo>
                  <a:pt x="13169" y="7446"/>
                  <a:pt x="13188" y="7443"/>
                  <a:pt x="13206" y="7440"/>
                </a:cubicBezTo>
                <a:cubicBezTo>
                  <a:pt x="13254" y="7432"/>
                  <a:pt x="13300" y="7421"/>
                  <a:pt x="13344" y="7414"/>
                </a:cubicBezTo>
                <a:cubicBezTo>
                  <a:pt x="13639" y="7362"/>
                  <a:pt x="13763" y="7323"/>
                  <a:pt x="13698" y="7301"/>
                </a:cubicBezTo>
                <a:cubicBezTo>
                  <a:pt x="13675" y="7297"/>
                  <a:pt x="13655" y="7292"/>
                  <a:pt x="13629" y="7288"/>
                </a:cubicBezTo>
                <a:cubicBezTo>
                  <a:pt x="13575" y="7283"/>
                  <a:pt x="13513" y="7279"/>
                  <a:pt x="13413" y="7279"/>
                </a:cubicBezTo>
                <a:cubicBezTo>
                  <a:pt x="12906" y="7279"/>
                  <a:pt x="12862" y="7237"/>
                  <a:pt x="13158" y="7042"/>
                </a:cubicBezTo>
                <a:cubicBezTo>
                  <a:pt x="13523" y="6802"/>
                  <a:pt x="13635" y="6668"/>
                  <a:pt x="13491" y="6654"/>
                </a:cubicBezTo>
                <a:cubicBezTo>
                  <a:pt x="13478" y="6655"/>
                  <a:pt x="13469" y="6654"/>
                  <a:pt x="13455" y="6656"/>
                </a:cubicBezTo>
                <a:cubicBezTo>
                  <a:pt x="13434" y="6659"/>
                  <a:pt x="13403" y="6669"/>
                  <a:pt x="13377" y="6677"/>
                </a:cubicBezTo>
                <a:cubicBezTo>
                  <a:pt x="13344" y="6688"/>
                  <a:pt x="13309" y="6696"/>
                  <a:pt x="13275" y="6712"/>
                </a:cubicBezTo>
                <a:cubicBezTo>
                  <a:pt x="13272" y="6713"/>
                  <a:pt x="13274" y="6714"/>
                  <a:pt x="13272" y="6715"/>
                </a:cubicBezTo>
                <a:cubicBezTo>
                  <a:pt x="13212" y="6745"/>
                  <a:pt x="13152" y="6781"/>
                  <a:pt x="13101" y="6822"/>
                </a:cubicBezTo>
                <a:cubicBezTo>
                  <a:pt x="13028" y="6880"/>
                  <a:pt x="12957" y="6918"/>
                  <a:pt x="12891" y="6941"/>
                </a:cubicBezTo>
                <a:cubicBezTo>
                  <a:pt x="12826" y="6963"/>
                  <a:pt x="12768" y="6970"/>
                  <a:pt x="12723" y="6961"/>
                </a:cubicBezTo>
                <a:cubicBezTo>
                  <a:pt x="12624" y="6949"/>
                  <a:pt x="12572" y="6882"/>
                  <a:pt x="12630" y="6765"/>
                </a:cubicBezTo>
                <a:cubicBezTo>
                  <a:pt x="12698" y="6624"/>
                  <a:pt x="12598" y="6547"/>
                  <a:pt x="12426" y="6570"/>
                </a:cubicBezTo>
                <a:close/>
                <a:moveTo>
                  <a:pt x="12987" y="9483"/>
                </a:moveTo>
                <a:cubicBezTo>
                  <a:pt x="13027" y="9486"/>
                  <a:pt x="13065" y="9494"/>
                  <a:pt x="13089" y="9507"/>
                </a:cubicBezTo>
                <a:cubicBezTo>
                  <a:pt x="13136" y="9532"/>
                  <a:pt x="13114" y="9566"/>
                  <a:pt x="13038" y="9582"/>
                </a:cubicBezTo>
                <a:cubicBezTo>
                  <a:pt x="12961" y="9597"/>
                  <a:pt x="12860" y="9590"/>
                  <a:pt x="12813" y="9565"/>
                </a:cubicBezTo>
                <a:cubicBezTo>
                  <a:pt x="12765" y="9539"/>
                  <a:pt x="12787" y="9507"/>
                  <a:pt x="12864" y="9491"/>
                </a:cubicBezTo>
                <a:cubicBezTo>
                  <a:pt x="12902" y="9483"/>
                  <a:pt x="12946" y="9480"/>
                  <a:pt x="12987" y="9483"/>
                </a:cubicBezTo>
                <a:close/>
                <a:moveTo>
                  <a:pt x="13029" y="9621"/>
                </a:moveTo>
                <a:cubicBezTo>
                  <a:pt x="13183" y="9624"/>
                  <a:pt x="13320" y="9665"/>
                  <a:pt x="13239" y="9709"/>
                </a:cubicBezTo>
                <a:cubicBezTo>
                  <a:pt x="13232" y="9713"/>
                  <a:pt x="13214" y="9712"/>
                  <a:pt x="13206" y="9715"/>
                </a:cubicBezTo>
                <a:cubicBezTo>
                  <a:pt x="13489" y="9792"/>
                  <a:pt x="13918" y="9999"/>
                  <a:pt x="13830" y="10046"/>
                </a:cubicBezTo>
                <a:cubicBezTo>
                  <a:pt x="13684" y="10124"/>
                  <a:pt x="13501" y="10104"/>
                  <a:pt x="13179" y="9968"/>
                </a:cubicBezTo>
                <a:cubicBezTo>
                  <a:pt x="12952" y="9872"/>
                  <a:pt x="12862" y="9794"/>
                  <a:pt x="12897" y="9741"/>
                </a:cubicBezTo>
                <a:cubicBezTo>
                  <a:pt x="12785" y="9715"/>
                  <a:pt x="12749" y="9659"/>
                  <a:pt x="12873" y="9633"/>
                </a:cubicBezTo>
                <a:cubicBezTo>
                  <a:pt x="12921" y="9623"/>
                  <a:pt x="12977" y="9621"/>
                  <a:pt x="13029" y="9621"/>
                </a:cubicBezTo>
                <a:close/>
                <a:moveTo>
                  <a:pt x="6813" y="12153"/>
                </a:moveTo>
                <a:cubicBezTo>
                  <a:pt x="6998" y="12154"/>
                  <a:pt x="7238" y="12164"/>
                  <a:pt x="7548" y="12180"/>
                </a:cubicBezTo>
                <a:cubicBezTo>
                  <a:pt x="9965" y="12302"/>
                  <a:pt x="10661" y="12373"/>
                  <a:pt x="11031" y="12537"/>
                </a:cubicBezTo>
                <a:cubicBezTo>
                  <a:pt x="11566" y="12773"/>
                  <a:pt x="11931" y="13047"/>
                  <a:pt x="12204" y="13415"/>
                </a:cubicBezTo>
                <a:cubicBezTo>
                  <a:pt x="12496" y="13809"/>
                  <a:pt x="12363" y="13896"/>
                  <a:pt x="11793" y="13684"/>
                </a:cubicBezTo>
                <a:cubicBezTo>
                  <a:pt x="11128" y="13436"/>
                  <a:pt x="9574" y="13285"/>
                  <a:pt x="8751" y="13389"/>
                </a:cubicBezTo>
                <a:cubicBezTo>
                  <a:pt x="8440" y="13428"/>
                  <a:pt x="8319" y="13420"/>
                  <a:pt x="8106" y="13342"/>
                </a:cubicBezTo>
                <a:cubicBezTo>
                  <a:pt x="7962" y="13290"/>
                  <a:pt x="7683" y="13220"/>
                  <a:pt x="7485" y="13187"/>
                </a:cubicBezTo>
                <a:cubicBezTo>
                  <a:pt x="7217" y="13143"/>
                  <a:pt x="7075" y="13059"/>
                  <a:pt x="6927" y="12861"/>
                </a:cubicBezTo>
                <a:cubicBezTo>
                  <a:pt x="6818" y="12714"/>
                  <a:pt x="6620" y="12511"/>
                  <a:pt x="6486" y="12410"/>
                </a:cubicBezTo>
                <a:cubicBezTo>
                  <a:pt x="6230" y="12217"/>
                  <a:pt x="6259" y="12148"/>
                  <a:pt x="6813" y="12153"/>
                </a:cubicBezTo>
                <a:close/>
                <a:moveTo>
                  <a:pt x="12513" y="14586"/>
                </a:moveTo>
                <a:cubicBezTo>
                  <a:pt x="12538" y="14584"/>
                  <a:pt x="12563" y="14586"/>
                  <a:pt x="12585" y="14591"/>
                </a:cubicBezTo>
                <a:cubicBezTo>
                  <a:pt x="12672" y="14610"/>
                  <a:pt x="12732" y="14679"/>
                  <a:pt x="12732" y="14791"/>
                </a:cubicBezTo>
                <a:cubicBezTo>
                  <a:pt x="12732" y="14906"/>
                  <a:pt x="12619" y="15005"/>
                  <a:pt x="12408" y="15080"/>
                </a:cubicBezTo>
                <a:cubicBezTo>
                  <a:pt x="12152" y="15170"/>
                  <a:pt x="12089" y="15245"/>
                  <a:pt x="12114" y="15432"/>
                </a:cubicBezTo>
                <a:cubicBezTo>
                  <a:pt x="12131" y="15563"/>
                  <a:pt x="12206" y="15722"/>
                  <a:pt x="12282" y="15788"/>
                </a:cubicBezTo>
                <a:cubicBezTo>
                  <a:pt x="12357" y="15854"/>
                  <a:pt x="12381" y="15922"/>
                  <a:pt x="12333" y="15938"/>
                </a:cubicBezTo>
                <a:cubicBezTo>
                  <a:pt x="12114" y="16011"/>
                  <a:pt x="11156" y="15964"/>
                  <a:pt x="10893" y="15868"/>
                </a:cubicBezTo>
                <a:cubicBezTo>
                  <a:pt x="10624" y="15769"/>
                  <a:pt x="10624" y="15763"/>
                  <a:pt x="10938" y="15588"/>
                </a:cubicBezTo>
                <a:cubicBezTo>
                  <a:pt x="11273" y="15401"/>
                  <a:pt x="11982" y="14923"/>
                  <a:pt x="12270" y="14690"/>
                </a:cubicBezTo>
                <a:cubicBezTo>
                  <a:pt x="12352" y="14624"/>
                  <a:pt x="12437" y="14591"/>
                  <a:pt x="12513" y="14586"/>
                </a:cubicBezTo>
                <a:close/>
                <a:moveTo>
                  <a:pt x="13716" y="14712"/>
                </a:moveTo>
                <a:cubicBezTo>
                  <a:pt x="14049" y="14721"/>
                  <a:pt x="14294" y="14932"/>
                  <a:pt x="14642" y="15479"/>
                </a:cubicBezTo>
                <a:cubicBezTo>
                  <a:pt x="14818" y="15754"/>
                  <a:pt x="14646" y="15813"/>
                  <a:pt x="14100" y="15660"/>
                </a:cubicBezTo>
                <a:cubicBezTo>
                  <a:pt x="13335" y="15447"/>
                  <a:pt x="12968" y="14795"/>
                  <a:pt x="13569" y="14719"/>
                </a:cubicBezTo>
                <a:cubicBezTo>
                  <a:pt x="13620" y="14712"/>
                  <a:pt x="13668" y="14711"/>
                  <a:pt x="13716" y="14712"/>
                </a:cubicBezTo>
                <a:close/>
              </a:path>
            </a:pathLst>
          </a:custGeom>
          <a:ln w="12700">
            <a:miter lim="400000"/>
          </a:ln>
          <a:effectLst>
            <a:outerShdw blurRad="190500" dist="8455" dir="5400000" rotWithShape="0">
              <a:srgbClr val="000000"/>
            </a:outerShdw>
          </a:effectLst>
        </p:spPr>
      </p:pic>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FE454-A3F9-EE42-B47A-BEC03BC1E657}"/>
              </a:ext>
            </a:extLst>
          </p:cNvPr>
          <p:cNvSpPr>
            <a:spLocks noGrp="1"/>
          </p:cNvSpPr>
          <p:nvPr>
            <p:ph type="title"/>
          </p:nvPr>
        </p:nvSpPr>
        <p:spPr/>
        <p:txBody>
          <a:bodyPr/>
          <a:lstStyle/>
          <a:p>
            <a:r>
              <a:rPr lang="en-US" sz="4650" dirty="0">
                <a:latin typeface="Avenir Book"/>
              </a:rPr>
              <a:t>Next Class (Tuesday 1/17) is </a:t>
            </a:r>
            <a:r>
              <a:rPr lang="en-US" sz="4650" b="1" dirty="0">
                <a:latin typeface="Avenir Book"/>
              </a:rPr>
              <a:t>CANCELED</a:t>
            </a:r>
          </a:p>
        </p:txBody>
      </p:sp>
      <p:sp>
        <p:nvSpPr>
          <p:cNvPr id="3" name="Text Placeholder 2">
            <a:extLst>
              <a:ext uri="{FF2B5EF4-FFF2-40B4-BE49-F238E27FC236}">
                <a16:creationId xmlns:a16="http://schemas.microsoft.com/office/drawing/2014/main" id="{68AB7332-A4C7-CB4A-B546-C97A4532B1F7}"/>
              </a:ext>
            </a:extLst>
          </p:cNvPr>
          <p:cNvSpPr>
            <a:spLocks noGrp="1"/>
          </p:cNvSpPr>
          <p:nvPr>
            <p:ph type="body" idx="1"/>
          </p:nvPr>
        </p:nvSpPr>
        <p:spPr/>
        <p:txBody>
          <a:bodyPr/>
          <a:lstStyle/>
          <a:p>
            <a:pPr marL="0" indent="0">
              <a:buNone/>
            </a:pPr>
            <a:endParaRPr lang="en-US" dirty="0"/>
          </a:p>
        </p:txBody>
      </p:sp>
    </p:spTree>
    <p:extLst>
      <p:ext uri="{BB962C8B-B14F-4D97-AF65-F5344CB8AC3E}">
        <p14:creationId xmlns:p14="http://schemas.microsoft.com/office/powerpoint/2010/main" val="413638014"/>
      </p:ext>
    </p:extLst>
  </p:cSld>
  <p:clrMapOvr>
    <a:masterClrMapping/>
  </p:clrMapOvr>
  <p:transition spd="me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GraphPaper">
  <a:themeElements>
    <a:clrScheme name="GraphPaper">
      <a:dk1>
        <a:srgbClr val="000000"/>
      </a:dk1>
      <a:lt1>
        <a:srgbClr val="FFFFFF"/>
      </a:lt1>
      <a:dk2>
        <a:srgbClr val="5A554C"/>
      </a:dk2>
      <a:lt2>
        <a:srgbClr val="D8D7D7"/>
      </a:lt2>
      <a:accent1>
        <a:srgbClr val="3E93D7"/>
      </a:accent1>
      <a:accent2>
        <a:srgbClr val="67AB3C"/>
      </a:accent2>
      <a:accent3>
        <a:srgbClr val="D5A530"/>
      </a:accent3>
      <a:accent4>
        <a:srgbClr val="E17B2E"/>
      </a:accent4>
      <a:accent5>
        <a:srgbClr val="CC487C"/>
      </a:accent5>
      <a:accent6>
        <a:srgbClr val="4D45AC"/>
      </a:accent6>
      <a:hlink>
        <a:srgbClr val="0000FF"/>
      </a:hlink>
      <a:folHlink>
        <a:srgbClr val="FF00FF"/>
      </a:folHlink>
    </a:clrScheme>
    <a:fontScheme name="GraphPaper">
      <a:majorFont>
        <a:latin typeface="Marker Felt"/>
        <a:ea typeface="Marker Felt"/>
        <a:cs typeface="Marker Felt"/>
      </a:majorFont>
      <a:minorFont>
        <a:latin typeface="Marker Felt"/>
        <a:ea typeface="Marker Felt"/>
        <a:cs typeface="Marker Felt"/>
      </a:minorFont>
    </a:fontScheme>
    <a:fmtScheme name="GraphPap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hueOff val="-313507"/>
            <a:satOff val="34334"/>
            <a:lumOff val="-8266"/>
            <a:alpha val="62000"/>
          </a:schemeClr>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Marker Fel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75B1D4"/>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4000" b="0" i="0" u="none" strike="noStrike" cap="none" spc="0" normalizeH="0" baseline="0">
            <a:ln>
              <a:noFill/>
            </a:ln>
            <a:solidFill>
              <a:srgbClr val="858585"/>
            </a:solidFill>
            <a:effectLst/>
            <a:uFillTx/>
            <a:latin typeface="+mn-lt"/>
            <a:ea typeface="+mn-ea"/>
            <a:cs typeface="+mn-cs"/>
            <a:sym typeface="Marker Fel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125</TotalTime>
  <Words>1985</Words>
  <Application>Microsoft Macintosh PowerPoint</Application>
  <PresentationFormat>Custom</PresentationFormat>
  <Paragraphs>214</Paragraphs>
  <Slides>29</Slides>
  <Notes>4</Notes>
  <HiddenSlides>5</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Arial</vt:lpstr>
      <vt:lpstr>Avenir Book</vt:lpstr>
      <vt:lpstr>Calibri</vt:lpstr>
      <vt:lpstr>Copperplate</vt:lpstr>
      <vt:lpstr>Georgia</vt:lpstr>
      <vt:lpstr>Helvetica Neue</vt:lpstr>
      <vt:lpstr>Office Theme</vt:lpstr>
      <vt:lpstr>Welcome!   This is CMSE 201-###  Sit anywhere for now!  </vt:lpstr>
      <vt:lpstr>Welcome!   CMSE 201-### Computational Modeling and Data Analysis I</vt:lpstr>
      <vt:lpstr>About Me</vt:lpstr>
      <vt:lpstr>How to Contact Me</vt:lpstr>
      <vt:lpstr>COVID Safety (this is from past semesters, but you might want to highlight you policy for illness and how to keep it out of the classroom)</vt:lpstr>
      <vt:lpstr>The Three Threads of CMSE 201</vt:lpstr>
      <vt:lpstr>Course Structure</vt:lpstr>
      <vt:lpstr>Inclusive Classrooms</vt:lpstr>
      <vt:lpstr>Inclusive Classrooms</vt:lpstr>
      <vt:lpstr>Inclusive Classrooms</vt:lpstr>
      <vt:lpstr>Common Student Concerns</vt:lpstr>
      <vt:lpstr>A few notes about the flipped classroom</vt:lpstr>
      <vt:lpstr>Measuring Student Learning</vt:lpstr>
      <vt:lpstr>Interactive engagement leads to more learning!</vt:lpstr>
      <vt:lpstr>Getting the most out of the flipped classroom</vt:lpstr>
      <vt:lpstr>PowerPoint Presentation</vt:lpstr>
      <vt:lpstr>CMSE 201 Sections</vt:lpstr>
      <vt:lpstr>Grades</vt:lpstr>
      <vt:lpstr>Spartan Code of Honor</vt:lpstr>
      <vt:lpstr>Accommodations</vt:lpstr>
      <vt:lpstr>Honors Option</vt:lpstr>
      <vt:lpstr>Teams</vt:lpstr>
      <vt:lpstr>CATME Survey</vt:lpstr>
      <vt:lpstr>The Main Tool We Will Use: Python</vt:lpstr>
      <vt:lpstr>Getting Started</vt:lpstr>
      <vt:lpstr>Zoom Guidelines (no longer relevant unless you plan to have a consistent remote option for students)</vt:lpstr>
      <vt:lpstr>Plan For Today</vt:lpstr>
      <vt:lpstr>It’s going to be a great semester!</vt:lpstr>
      <vt:lpstr>Next Class (Tuesday 1/17) is CANCELED</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CMSE 201 Intro to Computational Modeling and Data Analysis</dc:title>
  <dc:subject/>
  <dc:creator/>
  <cp:keywords/>
  <dc:description/>
  <cp:lastModifiedBy>Silvia, Devin</cp:lastModifiedBy>
  <cp:revision>227</cp:revision>
  <cp:lastPrinted>2022-01-13T03:36:05Z</cp:lastPrinted>
  <dcterms:modified xsi:type="dcterms:W3CDTF">2023-01-04T19:05:39Z</dcterms:modified>
  <cp:category/>
</cp:coreProperties>
</file>
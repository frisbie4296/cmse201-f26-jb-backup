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069"/>
    <p:restoredTop sz="94724"/>
  </p:normalViewPr>
  <p:slideViewPr>
    <p:cSldViewPr snapToGrid="0">
      <p:cViewPr varScale="1">
        <p:scale>
          <a:sx n="132" d="100"/>
          <a:sy n="132" d="100"/>
        </p:scale>
        <p:origin x="1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9579A-47AD-B3E3-F5B9-2BD5032E5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CB049F-FD77-3EDC-E0B3-2D2D60E89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76C1F-ADF8-703D-35DD-4E3B71D52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1286-8443-D44F-BFF0-781C204CEBC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268FA-0E0F-F170-C222-246B43465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2DFDE-9A4E-CC73-FDF7-00788399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C499D-D74B-EB47-9FFD-CC40F2DE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388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FCCC3-4141-0B44-DA50-FF9636852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BBE67-4C3E-3AF0-7FE2-D529D6B8C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9E1DC-A3A0-6170-5783-275A48E23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1286-8443-D44F-BFF0-781C204CEBC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E2F6F-B266-C52C-F238-7AF813936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A2C20-A4AC-9ABF-37E7-51F6808DC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C499D-D74B-EB47-9FFD-CC40F2DE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472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4A2FA-54A3-60A3-C742-938CB48F1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EC45E-7F8D-A873-0AD6-288EAE524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211BB-6BAB-15A9-F104-4AF60EA3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1286-8443-D44F-BFF0-781C204CEBC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5A565-C1E0-8C28-1A6C-C7512B4F2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81746-D763-C646-FDC8-3ABB9A5B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C499D-D74B-EB47-9FFD-CC40F2DE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31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48FCD-3A54-DA64-CC78-526D43057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34966-C09F-6DFE-E4A9-88A115BEEC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E30BE-79FF-E947-E343-E70B7B14A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CE0A2-21E6-1953-DCCE-149FA6D15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1286-8443-D44F-BFF0-781C204CEBC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1647A-7336-0907-5234-03ABED085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00A0C-0E39-2BF9-F66C-1876C717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C499D-D74B-EB47-9FFD-CC40F2DE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4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DD67-7065-7444-7005-9453286B0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BD270-AA89-E24C-6B71-9608A65A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CC3B3-3CC6-B194-4EC1-5820B749B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D0724B-DF84-D4F0-64F9-F2D587E76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A6F89-4C49-0B70-C101-B3A810B1B9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6F807-696E-C958-9B66-E27775771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1286-8443-D44F-BFF0-781C204CEBC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A89E4-98D2-1C85-FFE2-11A0E2D33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143CE4-9F67-9B8A-4E0B-6E9733C88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C499D-D74B-EB47-9FFD-CC40F2DE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40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DD5FB-23FB-9DE0-AF09-CD548031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A0FA8-EC6D-008B-BD13-1A21CEC7B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1286-8443-D44F-BFF0-781C204CEBC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11E03-AE9A-5523-2A79-52CAB9AD2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3D856-816E-3E5B-F3FE-96ECBA32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C499D-D74B-EB47-9FFD-CC40F2DE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7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195308-22F1-7E62-D159-2AFFA784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1286-8443-D44F-BFF0-781C204CEBC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54C77C-6FF6-E0E5-1C37-B1C7AF24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00840-0B14-3691-B844-1EB671FAD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C499D-D74B-EB47-9FFD-CC40F2DE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649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1D71F-3D77-2B31-FF1F-2F877BF00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7BEEA-C3C4-CAB5-1A84-F92FB8085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882FA-7E82-1162-84F3-A61DC458D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E4C09-1514-5704-15B4-856A2DE6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1286-8443-D44F-BFF0-781C204CEBC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44D52-1A70-36A3-78B3-9C977693F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19CAD-4458-D4B3-0015-1593762B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C499D-D74B-EB47-9FFD-CC40F2DE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094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4404-DFAE-8F0D-8DD8-4749F4EF1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A85D9A-E676-6D93-DCF1-D441E8DCAF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6CC0B4-80CE-31C2-BA3F-422494353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3E8B2-B96C-E0F4-7F34-70AC29E01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1286-8443-D44F-BFF0-781C204CEBC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C892B-BFA7-50B9-86E4-33EAEDBE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B9D59-4FF7-8DBB-96AE-92BBCDABE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C499D-D74B-EB47-9FFD-CC40F2DE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69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5C44-48D6-8C32-0819-20830605F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310FF-F3ED-5AB9-5B23-FC1DA2FE8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36041-CC14-1228-672F-239D810A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1286-8443-D44F-BFF0-781C204CEBC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C3ABB-B972-3D8D-8EA3-1A3667BCA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294DB-C537-1CFA-CBD2-DA6EAB107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C499D-D74B-EB47-9FFD-CC40F2DE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8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F6E38A-5A50-F5FB-5F70-3E49A2C491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F3519-4418-F68E-7EF5-7D92DC80C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15665-9C95-3EB3-BA4F-57C1B61C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1286-8443-D44F-BFF0-781C204CEBC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15DC7-6141-9612-B0B5-84E7B241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1D88-0F4D-6421-0C2B-28BDA6CF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C499D-D74B-EB47-9FFD-CC40F2DE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2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7F7838-5CFB-0D6D-0A90-C8EE645C9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8B0F7-9ABB-9264-1925-99D60E8F8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7B475-F579-B053-C92E-E15D40633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EB1286-8443-D44F-BFF0-781C204CEBCD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C6627-1696-EDF6-EB3A-5F9178D410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D5FCD-CADE-3346-816C-4E68BA564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C499D-D74B-EB47-9FFD-CC40F2DE4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0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388F02-5AA9-63A4-6374-DBB4E730E38A}"/>
              </a:ext>
            </a:extLst>
          </p:cNvPr>
          <p:cNvSpPr txBox="1"/>
          <p:nvPr/>
        </p:nvSpPr>
        <p:spPr>
          <a:xfrm>
            <a:off x="1864147" y="2085427"/>
            <a:ext cx="2588217" cy="1569660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3200" dirty="0"/>
          </a:p>
          <a:p>
            <a:pPr algn="ctr"/>
            <a:r>
              <a:rPr lang="en-US" sz="3200" dirty="0"/>
              <a:t>Animals (A)</a:t>
            </a:r>
          </a:p>
          <a:p>
            <a:pPr algn="ctr"/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907466-D703-5435-D3C4-D97C32C7AF90}"/>
              </a:ext>
            </a:extLst>
          </p:cNvPr>
          <p:cNvSpPr txBox="1"/>
          <p:nvPr/>
        </p:nvSpPr>
        <p:spPr>
          <a:xfrm>
            <a:off x="7739638" y="2085427"/>
            <a:ext cx="2588217" cy="1569660"/>
          </a:xfrm>
          <a:prstGeom prst="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3200" dirty="0"/>
          </a:p>
          <a:p>
            <a:pPr algn="ctr"/>
            <a:r>
              <a:rPr lang="en-US" sz="3200" dirty="0"/>
              <a:t>Plants (P)</a:t>
            </a:r>
          </a:p>
          <a:p>
            <a:pPr algn="ctr"/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BC180-E477-5890-F76A-80D7C4B7AA8B}"/>
              </a:ext>
            </a:extLst>
          </p:cNvPr>
          <p:cNvSpPr txBox="1"/>
          <p:nvPr/>
        </p:nvSpPr>
        <p:spPr>
          <a:xfrm>
            <a:off x="4801891" y="4396242"/>
            <a:ext cx="2588217" cy="15696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3200" dirty="0"/>
          </a:p>
          <a:p>
            <a:pPr algn="ctr"/>
            <a:r>
              <a:rPr lang="en-US" sz="3200" dirty="0"/>
              <a:t>Ground (G)</a:t>
            </a:r>
          </a:p>
          <a:p>
            <a:pPr algn="ctr"/>
            <a:endParaRPr lang="en-US" sz="32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04E547-A5B9-3C1F-6914-9B99BBAA647D}"/>
              </a:ext>
            </a:extLst>
          </p:cNvPr>
          <p:cNvCxnSpPr>
            <a:cxnSpLocks/>
          </p:cNvCxnSpPr>
          <p:nvPr/>
        </p:nvCxnSpPr>
        <p:spPr>
          <a:xfrm flipH="1">
            <a:off x="4936274" y="2848703"/>
            <a:ext cx="232317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513969-7FAA-AAB7-7E41-6B8AA74E08CF}"/>
                  </a:ext>
                </a:extLst>
              </p:cNvPr>
              <p:cNvSpPr txBox="1"/>
              <p:nvPr/>
            </p:nvSpPr>
            <p:spPr>
              <a:xfrm>
                <a:off x="5856736" y="2449338"/>
                <a:ext cx="4785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513969-7FAA-AAB7-7E41-6B8AA74E0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736" y="2449338"/>
                <a:ext cx="478529" cy="276999"/>
              </a:xfrm>
              <a:prstGeom prst="rect">
                <a:avLst/>
              </a:prstGeom>
              <a:blipFill>
                <a:blip r:embed="rId2"/>
                <a:stretch>
                  <a:fillRect l="-13158" r="-1052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2D77FE-21F3-90E5-8FB6-03FE5277A752}"/>
              </a:ext>
            </a:extLst>
          </p:cNvPr>
          <p:cNvCxnSpPr>
            <a:cxnSpLocks/>
          </p:cNvCxnSpPr>
          <p:nvPr/>
        </p:nvCxnSpPr>
        <p:spPr>
          <a:xfrm flipH="1">
            <a:off x="7676039" y="3873415"/>
            <a:ext cx="1357707" cy="11564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E2556A-8283-9A18-482A-9266D7484FC0}"/>
                  </a:ext>
                </a:extLst>
              </p:cNvPr>
              <p:cNvSpPr txBox="1"/>
              <p:nvPr/>
            </p:nvSpPr>
            <p:spPr>
              <a:xfrm flipH="1">
                <a:off x="7826188" y="4119243"/>
                <a:ext cx="32283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E2556A-8283-9A18-482A-9266D7484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26188" y="4119243"/>
                <a:ext cx="322835" cy="276999"/>
              </a:xfrm>
              <a:prstGeom prst="rect">
                <a:avLst/>
              </a:prstGeom>
              <a:blipFill>
                <a:blip r:embed="rId3"/>
                <a:stretch>
                  <a:fillRect l="-23077" r="-23077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0F62093-B227-12C0-FB05-7C21321BFCFA}"/>
              </a:ext>
            </a:extLst>
          </p:cNvPr>
          <p:cNvCxnSpPr>
            <a:cxnSpLocks/>
          </p:cNvCxnSpPr>
          <p:nvPr/>
        </p:nvCxnSpPr>
        <p:spPr>
          <a:xfrm>
            <a:off x="2998694" y="4007886"/>
            <a:ext cx="1453670" cy="10219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34C33F-0ACC-9E27-2EB4-94FCEBC9EC7D}"/>
                  </a:ext>
                </a:extLst>
              </p:cNvPr>
              <p:cNvSpPr txBox="1"/>
              <p:nvPr/>
            </p:nvSpPr>
            <p:spPr>
              <a:xfrm flipH="1">
                <a:off x="3863379" y="4174639"/>
                <a:ext cx="36796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34C33F-0ACC-9E27-2EB4-94FCEBC9E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863379" y="4174639"/>
                <a:ext cx="367962" cy="276999"/>
              </a:xfrm>
              <a:prstGeom prst="rect">
                <a:avLst/>
              </a:prstGeom>
              <a:blipFill>
                <a:blip r:embed="rId4"/>
                <a:stretch>
                  <a:fillRect l="-10000" r="-666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6572B2-504A-7F81-B9CF-357DC36E2BE5}"/>
              </a:ext>
            </a:extLst>
          </p:cNvPr>
          <p:cNvCxnSpPr>
            <a:cxnSpLocks/>
          </p:cNvCxnSpPr>
          <p:nvPr/>
        </p:nvCxnSpPr>
        <p:spPr>
          <a:xfrm flipV="1">
            <a:off x="7676039" y="3873415"/>
            <a:ext cx="1862408" cy="16360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0E44C2B-1EF4-2C49-D636-FD79C3D77CBE}"/>
                  </a:ext>
                </a:extLst>
              </p:cNvPr>
              <p:cNvSpPr txBox="1"/>
              <p:nvPr/>
            </p:nvSpPr>
            <p:spPr>
              <a:xfrm>
                <a:off x="8710182" y="4691444"/>
                <a:ext cx="60949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0E44C2B-1EF4-2C49-D636-FD79C3D77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182" y="4691444"/>
                <a:ext cx="609495" cy="276999"/>
              </a:xfrm>
              <a:prstGeom prst="rect">
                <a:avLst/>
              </a:prstGeom>
              <a:blipFill>
                <a:blip r:embed="rId5"/>
                <a:stretch>
                  <a:fillRect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49FC555-25D7-44A1-86FB-744D95A75BF2}"/>
              </a:ext>
            </a:extLst>
          </p:cNvPr>
          <p:cNvSpPr txBox="1"/>
          <p:nvPr/>
        </p:nvSpPr>
        <p:spPr>
          <a:xfrm>
            <a:off x="4336639" y="798407"/>
            <a:ext cx="3518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NITROGEN CYCLE</a:t>
            </a:r>
          </a:p>
        </p:txBody>
      </p:sp>
    </p:spTree>
    <p:extLst>
      <p:ext uri="{BB962C8B-B14F-4D97-AF65-F5344CB8AC3E}">
        <p14:creationId xmlns:p14="http://schemas.microsoft.com/office/powerpoint/2010/main" val="2215736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18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Termuhlen, Robert</dc:creator>
  <cp:lastModifiedBy>Termuhlen, Robert</cp:lastModifiedBy>
  <cp:revision>2</cp:revision>
  <dcterms:created xsi:type="dcterms:W3CDTF">2025-11-06T23:13:59Z</dcterms:created>
  <dcterms:modified xsi:type="dcterms:W3CDTF">2025-11-06T23:45:56Z</dcterms:modified>
</cp:coreProperties>
</file>